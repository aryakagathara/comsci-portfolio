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12701000" cx="20317950"/>
  <p:notesSz cx="12701000" cy="20317950"/>
  <p:embeddedFontLst>
    <p:embeddedFont>
      <p:font typeface="Manrope SemiBold"/>
      <p:regular r:id="rId18"/>
      <p:bold r:id="rId19"/>
    </p:embeddedFont>
    <p:embeddedFont>
      <p:font typeface="Manrope"/>
      <p:bold r:id="rId20"/>
    </p:embeddedFont>
    <p:embeddedFont>
      <p:font typeface="Manrope Medium"/>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iAqzn8+IX9XURASz0ejHnwusp1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anrope-bold.fntdata"/><Relationship Id="rId11" Type="http://schemas.openxmlformats.org/officeDocument/2006/relationships/slide" Target="slides/slide7.xml"/><Relationship Id="rId22" Type="http://schemas.openxmlformats.org/officeDocument/2006/relationships/font" Target="fonts/ManropeMedium-bold.fntdata"/><Relationship Id="rId10" Type="http://schemas.openxmlformats.org/officeDocument/2006/relationships/slide" Target="slides/slide6.xml"/><Relationship Id="rId21" Type="http://schemas.openxmlformats.org/officeDocument/2006/relationships/font" Target="fonts/ManropeMedium-regular.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ManropeSemiBold-bold.fntdata"/><Relationship Id="rId6" Type="http://schemas.openxmlformats.org/officeDocument/2006/relationships/slide" Target="slides/slide2.xml"/><Relationship Id="rId18" Type="http://schemas.openxmlformats.org/officeDocument/2006/relationships/font" Target="fonts/ManropeSemiBold-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 Id="rId11" Type="http://schemas.openxmlformats.org/officeDocument/2006/relationships/image" Target="../media/image25.png"/><Relationship Id="rId10" Type="http://schemas.openxmlformats.org/officeDocument/2006/relationships/image" Target="../media/image15.png"/><Relationship Id="rId12" Type="http://schemas.openxmlformats.org/officeDocument/2006/relationships/image" Target="../media/image41.png"/><Relationship Id="rId9"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22.png"/><Relationship Id="rId7" Type="http://schemas.openxmlformats.org/officeDocument/2006/relationships/image" Target="../media/image9.png"/><Relationship Id="rId8"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48.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6.png"/><Relationship Id="rId4" Type="http://schemas.openxmlformats.org/officeDocument/2006/relationships/image" Target="../media/image20.png"/><Relationship Id="rId11" Type="http://schemas.openxmlformats.org/officeDocument/2006/relationships/image" Target="../media/image5.png"/><Relationship Id="rId10" Type="http://schemas.openxmlformats.org/officeDocument/2006/relationships/image" Target="../media/image23.png"/><Relationship Id="rId9" Type="http://schemas.openxmlformats.org/officeDocument/2006/relationships/image" Target="../media/image51.png"/><Relationship Id="rId5" Type="http://schemas.openxmlformats.org/officeDocument/2006/relationships/image" Target="../media/image24.png"/><Relationship Id="rId6" Type="http://schemas.openxmlformats.org/officeDocument/2006/relationships/image" Target="../media/image43.png"/><Relationship Id="rId7" Type="http://schemas.openxmlformats.org/officeDocument/2006/relationships/image" Target="../media/image33.png"/><Relationship Id="rId8" Type="http://schemas.openxmlformats.org/officeDocument/2006/relationships/image" Target="../media/image5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38.png"/><Relationship Id="rId11" Type="http://schemas.openxmlformats.org/officeDocument/2006/relationships/image" Target="../media/image5.png"/><Relationship Id="rId10" Type="http://schemas.openxmlformats.org/officeDocument/2006/relationships/image" Target="../media/image56.png"/><Relationship Id="rId9" Type="http://schemas.openxmlformats.org/officeDocument/2006/relationships/image" Target="../media/image49.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7.png"/><Relationship Id="rId8"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55.png"/><Relationship Id="rId6" Type="http://schemas.openxmlformats.org/officeDocument/2006/relationships/image" Target="../media/image35.png"/><Relationship Id="rId7" Type="http://schemas.openxmlformats.org/officeDocument/2006/relationships/image" Target="../media/image57.png"/><Relationship Id="rId8" Type="http://schemas.openxmlformats.org/officeDocument/2006/relationships/image" Target="../media/image5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50.png"/><Relationship Id="rId6" Type="http://schemas.openxmlformats.org/officeDocument/2006/relationships/image" Target="../media/image54.png"/><Relationship Id="rId7" Type="http://schemas.openxmlformats.org/officeDocument/2006/relationships/image" Target="../media/image10.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0" y="0"/>
            <a:ext cx="20317968" cy="12701016"/>
          </a:xfrm>
          <a:prstGeom prst="rect">
            <a:avLst/>
          </a:prstGeom>
          <a:noFill/>
          <a:ln>
            <a:noFill/>
          </a:ln>
        </p:spPr>
      </p:pic>
      <p:sp>
        <p:nvSpPr>
          <p:cNvPr id="17" name="Google Shape;17;p1"/>
          <p:cNvSpPr/>
          <p:nvPr/>
        </p:nvSpPr>
        <p:spPr>
          <a:xfrm>
            <a:off x="2781022" y="4419954"/>
            <a:ext cx="15263873" cy="3861109"/>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US" sz="12000" u="none" cap="none" strike="noStrike">
                <a:solidFill>
                  <a:srgbClr val="000000"/>
                </a:solidFill>
                <a:latin typeface="Manrope"/>
                <a:ea typeface="Manrope"/>
                <a:cs typeface="Manrope"/>
                <a:sym typeface="Manrope"/>
              </a:rPr>
              <a:t>Shyft Style</a:t>
            </a:r>
            <a:endParaRPr b="0" i="0" sz="120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None/>
            </a:pPr>
            <a:r>
              <a:rPr b="1" i="0" lang="en-US" sz="12000" u="none" cap="none" strike="noStrike">
                <a:solidFill>
                  <a:srgbClr val="000000"/>
                </a:solidFill>
                <a:latin typeface="Manrope"/>
                <a:ea typeface="Manrope"/>
                <a:cs typeface="Manrope"/>
                <a:sym typeface="Manrope"/>
              </a:rPr>
              <a:t>Guidelines</a:t>
            </a:r>
            <a:endParaRPr b="0" i="0" sz="12000" u="none" cap="none" strike="noStrike">
              <a:solidFill>
                <a:schemeClr val="dk1"/>
              </a:solidFill>
              <a:latin typeface="Calibri"/>
              <a:ea typeface="Calibri"/>
              <a:cs typeface="Calibri"/>
              <a:sym typeface="Calibri"/>
            </a:endParaRPr>
          </a:p>
        </p:txBody>
      </p:sp>
      <p:pic>
        <p:nvPicPr>
          <p:cNvPr descr="preencoded.png" id="18" name="Google Shape;18;p1"/>
          <p:cNvPicPr preferRelativeResize="0"/>
          <p:nvPr/>
        </p:nvPicPr>
        <p:blipFill rotWithShape="1">
          <a:blip r:embed="rId4">
            <a:alphaModFix/>
          </a:blip>
          <a:srcRect b="0" l="0" r="0" t="0"/>
          <a:stretch/>
        </p:blipFill>
        <p:spPr>
          <a:xfrm>
            <a:off x="431757" y="0"/>
            <a:ext cx="19581442" cy="1270102"/>
          </a:xfrm>
          <a:prstGeom prst="rect">
            <a:avLst/>
          </a:prstGeom>
          <a:noFill/>
          <a:ln>
            <a:noFill/>
          </a:ln>
        </p:spPr>
      </p:pic>
      <p:pic>
        <p:nvPicPr>
          <p:cNvPr descr="preencoded.png" id="19" name="Google Shape;19;p1"/>
          <p:cNvPicPr preferRelativeResize="0"/>
          <p:nvPr/>
        </p:nvPicPr>
        <p:blipFill rotWithShape="1">
          <a:blip r:embed="rId5">
            <a:alphaModFix/>
          </a:blip>
          <a:srcRect b="0" l="0" r="0" t="0"/>
          <a:stretch/>
        </p:blipFill>
        <p:spPr>
          <a:xfrm>
            <a:off x="431757" y="0"/>
            <a:ext cx="19581442" cy="1270102"/>
          </a:xfrm>
          <a:prstGeom prst="rect">
            <a:avLst/>
          </a:prstGeom>
          <a:noFill/>
          <a:ln>
            <a:noFill/>
          </a:ln>
        </p:spPr>
      </p:pic>
      <p:sp>
        <p:nvSpPr>
          <p:cNvPr id="20" name="Google Shape;20;p1"/>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pic>
        <p:nvPicPr>
          <p:cNvPr descr="preencoded.png" id="21" name="Google Shape;21;p1"/>
          <p:cNvPicPr preferRelativeResize="0"/>
          <p:nvPr/>
        </p:nvPicPr>
        <p:blipFill rotWithShape="1">
          <a:blip r:embed="rId6">
            <a:alphaModFix/>
          </a:blip>
          <a:srcRect b="0" l="0" r="0" t="0"/>
          <a:stretch/>
        </p:blipFill>
        <p:spPr>
          <a:xfrm>
            <a:off x="304770" y="11430914"/>
            <a:ext cx="19708429" cy="1270102"/>
          </a:xfrm>
          <a:prstGeom prst="rect">
            <a:avLst/>
          </a:prstGeom>
          <a:noFill/>
          <a:ln>
            <a:noFill/>
          </a:ln>
        </p:spPr>
      </p:pic>
      <p:pic>
        <p:nvPicPr>
          <p:cNvPr descr="preencoded.png" id="22" name="Google Shape;22;p1"/>
          <p:cNvPicPr preferRelativeResize="0"/>
          <p:nvPr/>
        </p:nvPicPr>
        <p:blipFill rotWithShape="1">
          <a:blip r:embed="rId7">
            <a:alphaModFix/>
          </a:blip>
          <a:srcRect b="0" l="0" r="0" t="0"/>
          <a:stretch/>
        </p:blipFill>
        <p:spPr>
          <a:xfrm>
            <a:off x="304770" y="11430914"/>
            <a:ext cx="19708429" cy="1270102"/>
          </a:xfrm>
          <a:prstGeom prst="rect">
            <a:avLst/>
          </a:prstGeom>
          <a:noFill/>
          <a:ln>
            <a:noFill/>
          </a:ln>
        </p:spPr>
      </p:pic>
      <p:sp>
        <p:nvSpPr>
          <p:cNvPr id="23" name="Google Shape;23;p1"/>
          <p:cNvSpPr/>
          <p:nvPr/>
        </p:nvSpPr>
        <p:spPr>
          <a:xfrm>
            <a:off x="609539" y="11964357"/>
            <a:ext cx="867747"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SHYFT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pic>
        <p:nvPicPr>
          <p:cNvPr descr="preencoded.png" id="29" name="Google Shape;29;p2"/>
          <p:cNvPicPr preferRelativeResize="0"/>
          <p:nvPr/>
        </p:nvPicPr>
        <p:blipFill rotWithShape="1">
          <a:blip r:embed="rId3">
            <a:alphaModFix/>
          </a:blip>
          <a:srcRect b="0" l="0" r="0" t="0"/>
          <a:stretch/>
        </p:blipFill>
        <p:spPr>
          <a:xfrm>
            <a:off x="0" y="0"/>
            <a:ext cx="20317968" cy="12701016"/>
          </a:xfrm>
          <a:prstGeom prst="rect">
            <a:avLst/>
          </a:prstGeom>
          <a:noFill/>
          <a:ln>
            <a:noFill/>
          </a:ln>
        </p:spPr>
      </p:pic>
      <p:sp>
        <p:nvSpPr>
          <p:cNvPr id="30" name="Google Shape;30;p2"/>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31" name="Google Shape;31;p2"/>
          <p:cNvSpPr/>
          <p:nvPr/>
        </p:nvSpPr>
        <p:spPr>
          <a:xfrm>
            <a:off x="609539" y="11964357"/>
            <a:ext cx="27725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TABLE OF CONTENTS</a:t>
            </a:r>
            <a:endParaRPr b="0" i="0" sz="1600" u="none" cap="none" strike="noStrike">
              <a:solidFill>
                <a:schemeClr val="dk1"/>
              </a:solidFill>
              <a:latin typeface="Calibri"/>
              <a:ea typeface="Calibri"/>
              <a:cs typeface="Calibri"/>
              <a:sym typeface="Calibri"/>
            </a:endParaRPr>
          </a:p>
        </p:txBody>
      </p:sp>
      <p:sp>
        <p:nvSpPr>
          <p:cNvPr id="32" name="Google Shape;32;p2"/>
          <p:cNvSpPr/>
          <p:nvPr/>
        </p:nvSpPr>
        <p:spPr>
          <a:xfrm>
            <a:off x="11860614" y="6858549"/>
            <a:ext cx="4850915" cy="101608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11792887" y="6790810"/>
            <a:ext cx="1684698" cy="115155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3200" u="none" cap="none" strike="noStrike">
                <a:solidFill>
                  <a:srgbClr val="000000"/>
                </a:solidFill>
                <a:latin typeface="Manrope Medium"/>
                <a:ea typeface="Manrope Medium"/>
                <a:cs typeface="Manrope Medium"/>
                <a:sym typeface="Manrope Medium"/>
              </a:rPr>
              <a:t>03</a:t>
            </a:r>
            <a:endParaRPr b="0" i="0" sz="3200" u="none" cap="none" strike="noStrike">
              <a:solidFill>
                <a:schemeClr val="dk1"/>
              </a:solidFill>
              <a:latin typeface="Calibri"/>
              <a:ea typeface="Calibri"/>
              <a:cs typeface="Calibri"/>
              <a:sym typeface="Calibri"/>
            </a:endParaRPr>
          </a:p>
        </p:txBody>
      </p:sp>
      <p:sp>
        <p:nvSpPr>
          <p:cNvPr id="34" name="Google Shape;34;p2"/>
          <p:cNvSpPr/>
          <p:nvPr/>
        </p:nvSpPr>
        <p:spPr>
          <a:xfrm>
            <a:off x="13511449" y="6807745"/>
            <a:ext cx="4952505" cy="111768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Manrope"/>
                <a:ea typeface="Manrope"/>
                <a:cs typeface="Manrope"/>
                <a:sym typeface="Manrope"/>
              </a:rPr>
              <a:t>Brand Colors</a:t>
            </a:r>
            <a:endParaRPr b="0" i="0" sz="2400" u="none" cap="none" strike="noStrike">
              <a:solidFill>
                <a:schemeClr val="dk1"/>
              </a:solidFill>
              <a:latin typeface="Calibri"/>
              <a:ea typeface="Calibri"/>
              <a:cs typeface="Calibri"/>
              <a:sym typeface="Calibri"/>
            </a:endParaRPr>
          </a:p>
        </p:txBody>
      </p:sp>
      <p:sp>
        <p:nvSpPr>
          <p:cNvPr id="35" name="Google Shape;35;p2"/>
          <p:cNvSpPr/>
          <p:nvPr/>
        </p:nvSpPr>
        <p:spPr>
          <a:xfrm>
            <a:off x="11860614" y="5842467"/>
            <a:ext cx="4850915" cy="101608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11792887" y="5774729"/>
            <a:ext cx="1684698" cy="115155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3200" u="none" cap="none" strike="noStrike">
                <a:solidFill>
                  <a:srgbClr val="000000"/>
                </a:solidFill>
                <a:latin typeface="Manrope Medium"/>
                <a:ea typeface="Manrope Medium"/>
                <a:cs typeface="Manrope Medium"/>
                <a:sym typeface="Manrope Medium"/>
              </a:rPr>
              <a:t>02</a:t>
            </a:r>
            <a:endParaRPr b="0" i="0" sz="3200" u="none" cap="none" strike="noStrike">
              <a:solidFill>
                <a:schemeClr val="dk1"/>
              </a:solidFill>
              <a:latin typeface="Calibri"/>
              <a:ea typeface="Calibri"/>
              <a:cs typeface="Calibri"/>
              <a:sym typeface="Calibri"/>
            </a:endParaRPr>
          </a:p>
        </p:txBody>
      </p:sp>
      <p:sp>
        <p:nvSpPr>
          <p:cNvPr id="37" name="Google Shape;37;p2"/>
          <p:cNvSpPr/>
          <p:nvPr/>
        </p:nvSpPr>
        <p:spPr>
          <a:xfrm>
            <a:off x="13511449" y="5791663"/>
            <a:ext cx="4952505" cy="111768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Manrope"/>
                <a:ea typeface="Manrope"/>
                <a:cs typeface="Manrope"/>
                <a:sym typeface="Manrope"/>
              </a:rPr>
              <a:t>The Logo</a:t>
            </a:r>
            <a:endParaRPr b="0" i="0" sz="2400" u="none" cap="none" strike="noStrike">
              <a:solidFill>
                <a:schemeClr val="dk1"/>
              </a:solidFill>
              <a:latin typeface="Calibri"/>
              <a:ea typeface="Calibri"/>
              <a:cs typeface="Calibri"/>
              <a:sym typeface="Calibri"/>
            </a:endParaRPr>
          </a:p>
        </p:txBody>
      </p:sp>
      <p:sp>
        <p:nvSpPr>
          <p:cNvPr id="38" name="Google Shape;38;p2"/>
          <p:cNvSpPr/>
          <p:nvPr/>
        </p:nvSpPr>
        <p:spPr>
          <a:xfrm>
            <a:off x="11860614" y="4826386"/>
            <a:ext cx="4850915" cy="101608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1792887" y="4758647"/>
            <a:ext cx="1684698" cy="115155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3200" u="none" cap="none" strike="noStrike">
                <a:solidFill>
                  <a:srgbClr val="000000"/>
                </a:solidFill>
                <a:latin typeface="Manrope Medium"/>
                <a:ea typeface="Manrope Medium"/>
                <a:cs typeface="Manrope Medium"/>
                <a:sym typeface="Manrope Medium"/>
              </a:rPr>
              <a:t>01</a:t>
            </a:r>
            <a:endParaRPr b="0" i="0" sz="3200" u="none" cap="none" strike="noStrike">
              <a:solidFill>
                <a:schemeClr val="dk1"/>
              </a:solidFill>
              <a:latin typeface="Calibri"/>
              <a:ea typeface="Calibri"/>
              <a:cs typeface="Calibri"/>
              <a:sym typeface="Calibri"/>
            </a:endParaRPr>
          </a:p>
        </p:txBody>
      </p:sp>
      <p:sp>
        <p:nvSpPr>
          <p:cNvPr id="40" name="Google Shape;40;p2"/>
          <p:cNvSpPr/>
          <p:nvPr/>
        </p:nvSpPr>
        <p:spPr>
          <a:xfrm>
            <a:off x="13511449" y="4775582"/>
            <a:ext cx="4952505" cy="111768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Manrope"/>
                <a:ea typeface="Manrope"/>
                <a:cs typeface="Manrope"/>
                <a:sym typeface="Manrope"/>
              </a:rPr>
              <a:t>Contents</a:t>
            </a:r>
            <a:endParaRPr b="0" i="0" sz="2400" u="none" cap="none" strike="noStrike">
              <a:solidFill>
                <a:schemeClr val="dk1"/>
              </a:solidFill>
              <a:latin typeface="Calibri"/>
              <a:ea typeface="Calibri"/>
              <a:cs typeface="Calibri"/>
              <a:sym typeface="Calibri"/>
            </a:endParaRPr>
          </a:p>
        </p:txBody>
      </p:sp>
      <p:sp>
        <p:nvSpPr>
          <p:cNvPr id="41" name="Google Shape;41;p2"/>
          <p:cNvSpPr/>
          <p:nvPr/>
        </p:nvSpPr>
        <p:spPr>
          <a:xfrm>
            <a:off x="16932" y="5842467"/>
            <a:ext cx="6789588" cy="1303971"/>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en-US" sz="6800" u="none" cap="none" strike="noStrike">
                <a:solidFill>
                  <a:srgbClr val="000000"/>
                </a:solidFill>
                <a:latin typeface="Manrope"/>
                <a:ea typeface="Manrope"/>
                <a:cs typeface="Manrope"/>
                <a:sym typeface="Manrope"/>
              </a:rPr>
              <a:t>Contents</a:t>
            </a:r>
            <a:endParaRPr b="0" i="0" sz="6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 name="Shape 46"/>
        <p:cNvGrpSpPr/>
        <p:nvPr/>
      </p:nvGrpSpPr>
      <p:grpSpPr>
        <a:xfrm>
          <a:off x="0" y="0"/>
          <a:ext cx="0" cy="0"/>
          <a:chOff x="0" y="0"/>
          <a:chExt cx="0" cy="0"/>
        </a:xfrm>
      </p:grpSpPr>
      <p:pic>
        <p:nvPicPr>
          <p:cNvPr descr="preencoded.png" id="47" name="Google Shape;47;p3"/>
          <p:cNvPicPr preferRelativeResize="0"/>
          <p:nvPr/>
        </p:nvPicPr>
        <p:blipFill rotWithShape="1">
          <a:blip r:embed="rId3">
            <a:alphaModFix/>
          </a:blip>
          <a:srcRect b="0" l="0" r="0" t="0"/>
          <a:stretch/>
        </p:blipFill>
        <p:spPr>
          <a:xfrm>
            <a:off x="0" y="0"/>
            <a:ext cx="20317968" cy="12701016"/>
          </a:xfrm>
          <a:prstGeom prst="rect">
            <a:avLst/>
          </a:prstGeom>
          <a:noFill/>
          <a:ln>
            <a:noFill/>
          </a:ln>
        </p:spPr>
      </p:pic>
      <p:sp>
        <p:nvSpPr>
          <p:cNvPr id="48" name="Google Shape;48;p3"/>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609539" y="11964357"/>
            <a:ext cx="2582075"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BRAND GUIDELINES</a:t>
            </a:r>
            <a:endParaRPr b="0" i="0" sz="1600" u="none" cap="none" strike="noStrike">
              <a:solidFill>
                <a:schemeClr val="dk1"/>
              </a:solidFill>
              <a:latin typeface="Calibri"/>
              <a:ea typeface="Calibri"/>
              <a:cs typeface="Calibri"/>
              <a:sym typeface="Calibri"/>
            </a:endParaRPr>
          </a:p>
        </p:txBody>
      </p:sp>
      <p:pic>
        <p:nvPicPr>
          <p:cNvPr descr="preencoded.png" id="50" name="Google Shape;50;p3"/>
          <p:cNvPicPr preferRelativeResize="0"/>
          <p:nvPr/>
        </p:nvPicPr>
        <p:blipFill rotWithShape="1">
          <a:blip r:embed="rId4">
            <a:alphaModFix/>
          </a:blip>
          <a:srcRect b="0" l="0" r="0" t="0"/>
          <a:stretch/>
        </p:blipFill>
        <p:spPr>
          <a:xfrm>
            <a:off x="8558944" y="1270102"/>
            <a:ext cx="11454254" cy="10160813"/>
          </a:xfrm>
          <a:prstGeom prst="rect">
            <a:avLst/>
          </a:prstGeom>
          <a:noFill/>
          <a:ln>
            <a:noFill/>
          </a:ln>
        </p:spPr>
      </p:pic>
      <p:sp>
        <p:nvSpPr>
          <p:cNvPr id="51" name="Google Shape;51;p3"/>
          <p:cNvSpPr/>
          <p:nvPr/>
        </p:nvSpPr>
        <p:spPr>
          <a:xfrm>
            <a:off x="10209779" y="5944075"/>
            <a:ext cx="6577942" cy="444535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0" i="0" lang="en-US" sz="1800" u="none" cap="none" strike="noStrike">
                <a:solidFill>
                  <a:srgbClr val="000000"/>
                </a:solidFill>
                <a:latin typeface="Manrope"/>
                <a:ea typeface="Manrope"/>
                <a:cs typeface="Manrope"/>
                <a:sym typeface="Manrope"/>
              </a:rPr>
              <a:t>Brand guidelines are clearly defined rules and standards that communicate how your brand should be represented to the world. Brand guidelines help businesses ensure consistency and demonstrate what the company is, what it does, and what it stands for.</a:t>
            </a:r>
            <a:endParaRPr b="0" i="0" sz="1800" u="none" cap="none" strike="noStrike">
              <a:solidFill>
                <a:schemeClr val="dk1"/>
              </a:solidFill>
              <a:latin typeface="Calibri"/>
              <a:ea typeface="Calibri"/>
              <a:cs typeface="Calibri"/>
              <a:sym typeface="Calibri"/>
            </a:endParaRPr>
          </a:p>
        </p:txBody>
      </p:sp>
      <p:pic>
        <p:nvPicPr>
          <p:cNvPr descr="preencoded.png" id="52" name="Google Shape;52;p3"/>
          <p:cNvPicPr preferRelativeResize="0"/>
          <p:nvPr/>
        </p:nvPicPr>
        <p:blipFill rotWithShape="1">
          <a:blip r:embed="rId5">
            <a:alphaModFix/>
          </a:blip>
          <a:srcRect b="0" l="0" r="0" t="0"/>
          <a:stretch/>
        </p:blipFill>
        <p:spPr>
          <a:xfrm>
            <a:off x="304770" y="1270102"/>
            <a:ext cx="8152585" cy="10160813"/>
          </a:xfrm>
          <a:prstGeom prst="rect">
            <a:avLst/>
          </a:prstGeom>
          <a:noFill/>
          <a:ln>
            <a:noFill/>
          </a:ln>
        </p:spPr>
      </p:pic>
      <p:sp>
        <p:nvSpPr>
          <p:cNvPr id="53" name="Google Shape;53;p3"/>
          <p:cNvSpPr/>
          <p:nvPr/>
        </p:nvSpPr>
        <p:spPr>
          <a:xfrm>
            <a:off x="1955604" y="5740859"/>
            <a:ext cx="5054095" cy="1016081"/>
          </a:xfrm>
          <a:prstGeom prst="rect">
            <a:avLst/>
          </a:prstGeom>
          <a:noFill/>
          <a:ln>
            <a:noFill/>
          </a:ln>
        </p:spPr>
        <p:txBody>
          <a:bodyPr anchorCtr="0" anchor="b" bIns="0" lIns="0" spcFirstLastPara="1" rIns="0" wrap="square" tIns="0">
            <a:noAutofit/>
          </a:bodyPr>
          <a:lstStyle/>
          <a:p>
            <a:pPr indent="0" lvl="0" marL="0" marR="0" rtl="0" algn="l">
              <a:lnSpc>
                <a:spcPct val="112500"/>
              </a:lnSpc>
              <a:spcBef>
                <a:spcPts val="0"/>
              </a:spcBef>
              <a:spcAft>
                <a:spcPts val="0"/>
              </a:spcAft>
              <a:buNone/>
            </a:pPr>
            <a:r>
              <a:rPr b="0" i="0" lang="en-US" sz="4800" u="none" cap="none" strike="noStrike">
                <a:solidFill>
                  <a:srgbClr val="000000"/>
                </a:solidFill>
                <a:latin typeface="Manrope"/>
                <a:ea typeface="Manrope"/>
                <a:cs typeface="Manrope"/>
                <a:sym typeface="Manrope"/>
              </a:rPr>
              <a:t>Brand Guidelines</a:t>
            </a:r>
            <a:endParaRPr b="0" i="0" sz="4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pic>
        <p:nvPicPr>
          <p:cNvPr descr="preencoded.png" id="59" name="Google Shape;59;p4"/>
          <p:cNvPicPr preferRelativeResize="0"/>
          <p:nvPr/>
        </p:nvPicPr>
        <p:blipFill rotWithShape="1">
          <a:blip r:embed="rId3">
            <a:alphaModFix/>
          </a:blip>
          <a:srcRect b="0" l="0" r="0" t="0"/>
          <a:stretch/>
        </p:blipFill>
        <p:spPr>
          <a:xfrm>
            <a:off x="0" y="0"/>
            <a:ext cx="20317968" cy="12701016"/>
          </a:xfrm>
          <a:prstGeom prst="rect">
            <a:avLst/>
          </a:prstGeom>
          <a:noFill/>
          <a:ln>
            <a:noFill/>
          </a:ln>
        </p:spPr>
      </p:pic>
      <p:sp>
        <p:nvSpPr>
          <p:cNvPr id="60" name="Google Shape;60;p4"/>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61" name="Google Shape;61;p4"/>
          <p:cNvSpPr/>
          <p:nvPr/>
        </p:nvSpPr>
        <p:spPr>
          <a:xfrm>
            <a:off x="609539" y="11964357"/>
            <a:ext cx="1350298"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THE LOGO</a:t>
            </a:r>
            <a:endParaRPr b="0" i="0" sz="1600" u="none" cap="none" strike="noStrike">
              <a:solidFill>
                <a:schemeClr val="dk1"/>
              </a:solidFill>
              <a:latin typeface="Calibri"/>
              <a:ea typeface="Calibri"/>
              <a:cs typeface="Calibri"/>
              <a:sym typeface="Calibri"/>
            </a:endParaRPr>
          </a:p>
        </p:txBody>
      </p:sp>
      <p:sp>
        <p:nvSpPr>
          <p:cNvPr id="62" name="Google Shape;62;p4"/>
          <p:cNvSpPr/>
          <p:nvPr/>
        </p:nvSpPr>
        <p:spPr>
          <a:xfrm>
            <a:off x="304770" y="4204036"/>
            <a:ext cx="19708429" cy="42929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541812" y="4204036"/>
            <a:ext cx="8999167" cy="338693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20000" u="none" cap="none" strike="noStrike">
                <a:solidFill>
                  <a:srgbClr val="000000"/>
                </a:solidFill>
                <a:latin typeface="Manrope"/>
                <a:ea typeface="Manrope"/>
                <a:cs typeface="Manrope"/>
                <a:sym typeface="Manrope"/>
              </a:rPr>
              <a:t>02</a:t>
            </a:r>
            <a:endParaRPr b="0" i="0" sz="20000" u="none" cap="none" strike="noStrike">
              <a:solidFill>
                <a:schemeClr val="dk1"/>
              </a:solidFill>
              <a:latin typeface="Calibri"/>
              <a:ea typeface="Calibri"/>
              <a:cs typeface="Calibri"/>
              <a:sym typeface="Calibri"/>
            </a:endParaRPr>
          </a:p>
        </p:txBody>
      </p:sp>
      <p:sp>
        <p:nvSpPr>
          <p:cNvPr id="64" name="Google Shape;64;p4"/>
          <p:cNvSpPr/>
          <p:nvPr/>
        </p:nvSpPr>
        <p:spPr>
          <a:xfrm>
            <a:off x="5257274" y="6972858"/>
            <a:ext cx="15263873" cy="2032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0" u="none" cap="none" strike="noStrike">
                <a:solidFill>
                  <a:srgbClr val="000000"/>
                </a:solidFill>
                <a:latin typeface="Manrope"/>
                <a:ea typeface="Manrope"/>
                <a:cs typeface="Manrope"/>
                <a:sym typeface="Manrope"/>
              </a:rPr>
              <a:t>The Logo</a:t>
            </a:r>
            <a:endParaRPr b="0" i="0" sz="12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pic>
        <p:nvPicPr>
          <p:cNvPr descr="preencoded.png" id="70" name="Google Shape;70;p5"/>
          <p:cNvPicPr preferRelativeResize="0"/>
          <p:nvPr/>
        </p:nvPicPr>
        <p:blipFill rotWithShape="1">
          <a:blip r:embed="rId3">
            <a:alphaModFix/>
          </a:blip>
          <a:srcRect b="0" l="0" r="0" t="0"/>
          <a:stretch/>
        </p:blipFill>
        <p:spPr>
          <a:xfrm>
            <a:off x="0" y="0"/>
            <a:ext cx="20317968" cy="12701016"/>
          </a:xfrm>
          <a:prstGeom prst="rect">
            <a:avLst/>
          </a:prstGeom>
          <a:noFill/>
          <a:ln>
            <a:noFill/>
          </a:ln>
        </p:spPr>
      </p:pic>
      <p:sp>
        <p:nvSpPr>
          <p:cNvPr id="71" name="Google Shape;71;p5"/>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72" name="Google Shape;72;p5"/>
          <p:cNvSpPr/>
          <p:nvPr/>
        </p:nvSpPr>
        <p:spPr>
          <a:xfrm>
            <a:off x="609539" y="11964357"/>
            <a:ext cx="1350298"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THE LOGO</a:t>
            </a:r>
            <a:endParaRPr b="0" i="0" sz="1600" u="none" cap="none" strike="noStrike">
              <a:solidFill>
                <a:schemeClr val="dk1"/>
              </a:solidFill>
              <a:latin typeface="Calibri"/>
              <a:ea typeface="Calibri"/>
              <a:cs typeface="Calibri"/>
              <a:sym typeface="Calibri"/>
            </a:endParaRPr>
          </a:p>
        </p:txBody>
      </p:sp>
      <p:pic>
        <p:nvPicPr>
          <p:cNvPr descr="preencoded.png" id="73" name="Google Shape;73;p5"/>
          <p:cNvPicPr preferRelativeResize="0"/>
          <p:nvPr/>
        </p:nvPicPr>
        <p:blipFill rotWithShape="1">
          <a:blip r:embed="rId4">
            <a:alphaModFix/>
          </a:blip>
          <a:srcRect b="0" l="0" r="0" t="0"/>
          <a:stretch/>
        </p:blipFill>
        <p:spPr>
          <a:xfrm>
            <a:off x="304770" y="1270102"/>
            <a:ext cx="8152585" cy="10160813"/>
          </a:xfrm>
          <a:prstGeom prst="rect">
            <a:avLst/>
          </a:prstGeom>
          <a:noFill/>
          <a:ln>
            <a:noFill/>
          </a:ln>
        </p:spPr>
      </p:pic>
      <p:sp>
        <p:nvSpPr>
          <p:cNvPr id="74" name="Google Shape;74;p5"/>
          <p:cNvSpPr/>
          <p:nvPr/>
        </p:nvSpPr>
        <p:spPr>
          <a:xfrm>
            <a:off x="1955604" y="5182015"/>
            <a:ext cx="5054095" cy="1016081"/>
          </a:xfrm>
          <a:prstGeom prst="rect">
            <a:avLst/>
          </a:prstGeom>
          <a:noFill/>
          <a:ln>
            <a:noFill/>
          </a:ln>
        </p:spPr>
        <p:txBody>
          <a:bodyPr anchorCtr="0" anchor="b" bIns="0" lIns="0" spcFirstLastPara="1" rIns="0" wrap="square" tIns="0">
            <a:noAutofit/>
          </a:bodyPr>
          <a:lstStyle/>
          <a:p>
            <a:pPr indent="0" lvl="0" marL="0" marR="0" rtl="0" algn="l">
              <a:lnSpc>
                <a:spcPct val="112500"/>
              </a:lnSpc>
              <a:spcBef>
                <a:spcPts val="0"/>
              </a:spcBef>
              <a:spcAft>
                <a:spcPts val="0"/>
              </a:spcAft>
              <a:buNone/>
            </a:pPr>
            <a:r>
              <a:rPr b="0" i="0" lang="en-US" sz="4800" u="none" cap="none" strike="noStrike">
                <a:solidFill>
                  <a:srgbClr val="000000"/>
                </a:solidFill>
                <a:latin typeface="Manrope"/>
                <a:ea typeface="Manrope"/>
                <a:cs typeface="Manrope"/>
                <a:sym typeface="Manrope"/>
              </a:rPr>
              <a:t>The Glyph</a:t>
            </a:r>
            <a:endParaRPr b="0" i="0" sz="4800" u="none" cap="none" strike="noStrike">
              <a:solidFill>
                <a:schemeClr val="dk1"/>
              </a:solidFill>
              <a:latin typeface="Calibri"/>
              <a:ea typeface="Calibri"/>
              <a:cs typeface="Calibri"/>
              <a:sym typeface="Calibri"/>
            </a:endParaRPr>
          </a:p>
        </p:txBody>
      </p:sp>
      <p:sp>
        <p:nvSpPr>
          <p:cNvPr id="75" name="Google Shape;75;p5"/>
          <p:cNvSpPr/>
          <p:nvPr/>
        </p:nvSpPr>
        <p:spPr>
          <a:xfrm>
            <a:off x="11810210" y="2740765"/>
            <a:ext cx="47454" cy="142389"/>
          </a:xfrm>
          <a:prstGeom prst="rect">
            <a:avLst/>
          </a:prstGeom>
          <a:solidFill>
            <a:srgbClr val="131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6" name="Google Shape;76;p5"/>
          <p:cNvPicPr preferRelativeResize="0"/>
          <p:nvPr/>
        </p:nvPicPr>
        <p:blipFill rotWithShape="1">
          <a:blip r:embed="rId5">
            <a:alphaModFix/>
          </a:blip>
          <a:srcRect b="0" l="0" r="0" t="0"/>
          <a:stretch/>
        </p:blipFill>
        <p:spPr>
          <a:xfrm>
            <a:off x="11810210" y="2740765"/>
            <a:ext cx="1494814" cy="47463"/>
          </a:xfrm>
          <a:prstGeom prst="rect">
            <a:avLst/>
          </a:prstGeom>
          <a:noFill/>
          <a:ln>
            <a:noFill/>
          </a:ln>
        </p:spPr>
      </p:pic>
      <p:sp>
        <p:nvSpPr>
          <p:cNvPr id="77" name="Google Shape;77;p5"/>
          <p:cNvSpPr/>
          <p:nvPr/>
        </p:nvSpPr>
        <p:spPr>
          <a:xfrm>
            <a:off x="13257570" y="2740765"/>
            <a:ext cx="47454" cy="142389"/>
          </a:xfrm>
          <a:prstGeom prst="rect">
            <a:avLst/>
          </a:prstGeom>
          <a:solidFill>
            <a:srgbClr val="131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 name="Google Shape;78;p5"/>
          <p:cNvPicPr preferRelativeResize="0"/>
          <p:nvPr/>
        </p:nvPicPr>
        <p:blipFill rotWithShape="1">
          <a:blip r:embed="rId6">
            <a:alphaModFix/>
          </a:blip>
          <a:srcRect b="0" l="0" r="0" t="0"/>
          <a:stretch/>
        </p:blipFill>
        <p:spPr>
          <a:xfrm>
            <a:off x="12450844" y="2361062"/>
            <a:ext cx="237270" cy="213583"/>
          </a:xfrm>
          <a:prstGeom prst="rect">
            <a:avLst/>
          </a:prstGeom>
          <a:noFill/>
          <a:ln>
            <a:noFill/>
          </a:ln>
        </p:spPr>
      </p:pic>
      <p:sp>
        <p:nvSpPr>
          <p:cNvPr id="79" name="Google Shape;79;p5"/>
          <p:cNvSpPr/>
          <p:nvPr/>
        </p:nvSpPr>
        <p:spPr>
          <a:xfrm>
            <a:off x="16571843" y="2740765"/>
            <a:ext cx="47454" cy="142389"/>
          </a:xfrm>
          <a:prstGeom prst="rect">
            <a:avLst/>
          </a:prstGeom>
          <a:solidFill>
            <a:srgbClr val="131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 name="Google Shape;80;p5"/>
          <p:cNvPicPr preferRelativeResize="0"/>
          <p:nvPr/>
        </p:nvPicPr>
        <p:blipFill rotWithShape="1">
          <a:blip r:embed="rId5">
            <a:alphaModFix/>
          </a:blip>
          <a:srcRect b="0" l="0" r="0" t="0"/>
          <a:stretch/>
        </p:blipFill>
        <p:spPr>
          <a:xfrm>
            <a:off x="16571843" y="2740765"/>
            <a:ext cx="1494814" cy="47463"/>
          </a:xfrm>
          <a:prstGeom prst="rect">
            <a:avLst/>
          </a:prstGeom>
          <a:noFill/>
          <a:ln>
            <a:noFill/>
          </a:ln>
        </p:spPr>
      </p:pic>
      <p:sp>
        <p:nvSpPr>
          <p:cNvPr id="81" name="Google Shape;81;p5"/>
          <p:cNvSpPr/>
          <p:nvPr/>
        </p:nvSpPr>
        <p:spPr>
          <a:xfrm>
            <a:off x="18019200" y="2740765"/>
            <a:ext cx="47454" cy="142389"/>
          </a:xfrm>
          <a:prstGeom prst="rect">
            <a:avLst/>
          </a:prstGeom>
          <a:solidFill>
            <a:srgbClr val="131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2" name="Google Shape;82;p5"/>
          <p:cNvPicPr preferRelativeResize="0"/>
          <p:nvPr/>
        </p:nvPicPr>
        <p:blipFill rotWithShape="1">
          <a:blip r:embed="rId7">
            <a:alphaModFix/>
          </a:blip>
          <a:srcRect b="0" l="0" r="0" t="0"/>
          <a:stretch/>
        </p:blipFill>
        <p:spPr>
          <a:xfrm>
            <a:off x="17212477" y="2361062"/>
            <a:ext cx="237270" cy="213583"/>
          </a:xfrm>
          <a:prstGeom prst="rect">
            <a:avLst/>
          </a:prstGeom>
          <a:noFill/>
          <a:ln>
            <a:noFill/>
          </a:ln>
        </p:spPr>
      </p:pic>
      <p:pic>
        <p:nvPicPr>
          <p:cNvPr descr="preencoded.png" id="83" name="Google Shape;83;p5"/>
          <p:cNvPicPr preferRelativeResize="0"/>
          <p:nvPr/>
        </p:nvPicPr>
        <p:blipFill rotWithShape="1">
          <a:blip r:embed="rId8">
            <a:alphaModFix/>
          </a:blip>
          <a:srcRect b="0" l="0" r="0" t="0"/>
          <a:stretch/>
        </p:blipFill>
        <p:spPr>
          <a:xfrm>
            <a:off x="10222478" y="7226008"/>
            <a:ext cx="521997" cy="1495082"/>
          </a:xfrm>
          <a:prstGeom prst="rect">
            <a:avLst/>
          </a:prstGeom>
          <a:noFill/>
          <a:ln>
            <a:noFill/>
          </a:ln>
        </p:spPr>
      </p:pic>
      <p:pic>
        <p:nvPicPr>
          <p:cNvPr descr="preencoded.png" id="84" name="Google Shape;84;p5"/>
          <p:cNvPicPr preferRelativeResize="0"/>
          <p:nvPr/>
        </p:nvPicPr>
        <p:blipFill rotWithShape="1">
          <a:blip r:embed="rId9">
            <a:alphaModFix/>
          </a:blip>
          <a:srcRect b="0" l="0" r="0" t="0"/>
          <a:stretch/>
        </p:blipFill>
        <p:spPr>
          <a:xfrm>
            <a:off x="10222478" y="4343752"/>
            <a:ext cx="521997" cy="1495081"/>
          </a:xfrm>
          <a:prstGeom prst="rect">
            <a:avLst/>
          </a:prstGeom>
          <a:noFill/>
          <a:ln>
            <a:noFill/>
          </a:ln>
        </p:spPr>
      </p:pic>
      <p:pic>
        <p:nvPicPr>
          <p:cNvPr descr="preencoded.png" id="85" name="Google Shape;85;p5"/>
          <p:cNvPicPr preferRelativeResize="0"/>
          <p:nvPr/>
        </p:nvPicPr>
        <p:blipFill rotWithShape="1">
          <a:blip r:embed="rId10">
            <a:alphaModFix/>
          </a:blip>
          <a:srcRect b="0" l="0" r="0" t="0"/>
          <a:stretch/>
        </p:blipFill>
        <p:spPr>
          <a:xfrm>
            <a:off x="13308269" y="5842467"/>
            <a:ext cx="3276272" cy="1384411"/>
          </a:xfrm>
          <a:prstGeom prst="rect">
            <a:avLst/>
          </a:prstGeom>
          <a:noFill/>
          <a:ln>
            <a:noFill/>
          </a:ln>
        </p:spPr>
      </p:pic>
      <p:pic>
        <p:nvPicPr>
          <p:cNvPr descr="preencoded.png" id="86" name="Google Shape;86;p5"/>
          <p:cNvPicPr preferRelativeResize="0"/>
          <p:nvPr/>
        </p:nvPicPr>
        <p:blipFill rotWithShape="1">
          <a:blip r:embed="rId11">
            <a:alphaModFix/>
          </a:blip>
          <a:srcRect b="0" l="0" r="0" t="0"/>
          <a:stretch/>
        </p:blipFill>
        <p:spPr>
          <a:xfrm>
            <a:off x="16263908" y="6136871"/>
            <a:ext cx="301325" cy="184603"/>
          </a:xfrm>
          <a:prstGeom prst="rect">
            <a:avLst/>
          </a:prstGeom>
          <a:noFill/>
          <a:ln>
            <a:noFill/>
          </a:ln>
        </p:spPr>
      </p:pic>
      <p:pic>
        <p:nvPicPr>
          <p:cNvPr descr="preencoded.png" id="87" name="Google Shape;87;p5"/>
          <p:cNvPicPr preferRelativeResize="0"/>
          <p:nvPr/>
        </p:nvPicPr>
        <p:blipFill rotWithShape="1">
          <a:blip r:embed="rId12">
            <a:alphaModFix/>
          </a:blip>
          <a:srcRect b="0" l="0" r="0" t="0"/>
          <a:stretch/>
        </p:blipFill>
        <p:spPr>
          <a:xfrm>
            <a:off x="13309903" y="5842511"/>
            <a:ext cx="3030938" cy="138436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pic>
        <p:nvPicPr>
          <p:cNvPr descr="preencoded.png" id="93" name="Google Shape;93;p6"/>
          <p:cNvPicPr preferRelativeResize="0"/>
          <p:nvPr/>
        </p:nvPicPr>
        <p:blipFill rotWithShape="1">
          <a:blip r:embed="rId3">
            <a:alphaModFix/>
          </a:blip>
          <a:srcRect b="0" l="0" r="0" t="0"/>
          <a:stretch/>
        </p:blipFill>
        <p:spPr>
          <a:xfrm>
            <a:off x="0" y="0"/>
            <a:ext cx="20317968" cy="12701016"/>
          </a:xfrm>
          <a:prstGeom prst="rect">
            <a:avLst/>
          </a:prstGeom>
          <a:noFill/>
          <a:ln>
            <a:noFill/>
          </a:ln>
        </p:spPr>
      </p:pic>
      <p:sp>
        <p:nvSpPr>
          <p:cNvPr id="94" name="Google Shape;94;p6"/>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95" name="Google Shape;95;p6"/>
          <p:cNvSpPr/>
          <p:nvPr/>
        </p:nvSpPr>
        <p:spPr>
          <a:xfrm>
            <a:off x="609539" y="11964357"/>
            <a:ext cx="1350298"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THE LOGO</a:t>
            </a:r>
            <a:endParaRPr b="0" i="0" sz="1600" u="none" cap="none" strike="noStrike">
              <a:solidFill>
                <a:schemeClr val="dk1"/>
              </a:solidFill>
              <a:latin typeface="Calibri"/>
              <a:ea typeface="Calibri"/>
              <a:cs typeface="Calibri"/>
              <a:sym typeface="Calibri"/>
            </a:endParaRPr>
          </a:p>
        </p:txBody>
      </p:sp>
      <p:pic>
        <p:nvPicPr>
          <p:cNvPr descr="preencoded.png" id="96" name="Google Shape;96;p6"/>
          <p:cNvPicPr preferRelativeResize="0"/>
          <p:nvPr/>
        </p:nvPicPr>
        <p:blipFill rotWithShape="1">
          <a:blip r:embed="rId4">
            <a:alphaModFix/>
          </a:blip>
          <a:srcRect b="0" l="0" r="0" t="0"/>
          <a:stretch/>
        </p:blipFill>
        <p:spPr>
          <a:xfrm>
            <a:off x="304770" y="1270102"/>
            <a:ext cx="8152585" cy="10160813"/>
          </a:xfrm>
          <a:prstGeom prst="rect">
            <a:avLst/>
          </a:prstGeom>
          <a:noFill/>
          <a:ln>
            <a:noFill/>
          </a:ln>
        </p:spPr>
      </p:pic>
      <p:sp>
        <p:nvSpPr>
          <p:cNvPr id="97" name="Google Shape;97;p6"/>
          <p:cNvSpPr/>
          <p:nvPr/>
        </p:nvSpPr>
        <p:spPr>
          <a:xfrm>
            <a:off x="1955604" y="5182015"/>
            <a:ext cx="5054095" cy="1574926"/>
          </a:xfrm>
          <a:prstGeom prst="rect">
            <a:avLst/>
          </a:prstGeom>
          <a:noFill/>
          <a:ln>
            <a:noFill/>
          </a:ln>
        </p:spPr>
        <p:txBody>
          <a:bodyPr anchorCtr="0" anchor="b" bIns="0" lIns="0" spcFirstLastPara="1" rIns="0" wrap="square" tIns="0">
            <a:noAutofit/>
          </a:bodyPr>
          <a:lstStyle/>
          <a:p>
            <a:pPr indent="0" lvl="0" marL="0" marR="0" rtl="0" algn="l">
              <a:lnSpc>
                <a:spcPct val="112500"/>
              </a:lnSpc>
              <a:spcBef>
                <a:spcPts val="0"/>
              </a:spcBef>
              <a:spcAft>
                <a:spcPts val="0"/>
              </a:spcAft>
              <a:buNone/>
            </a:pPr>
            <a:r>
              <a:rPr b="0" i="0" lang="en-US" sz="4800" u="none" cap="none" strike="noStrike">
                <a:solidFill>
                  <a:srgbClr val="000000"/>
                </a:solidFill>
                <a:latin typeface="Manrope"/>
                <a:ea typeface="Manrope"/>
                <a:cs typeface="Manrope"/>
                <a:sym typeface="Manrope"/>
              </a:rPr>
              <a:t>Lockups and Uses</a:t>
            </a:r>
            <a:endParaRPr b="0" i="0" sz="4800" u="none" cap="none" strike="noStrike">
              <a:solidFill>
                <a:schemeClr val="dk1"/>
              </a:solidFill>
              <a:latin typeface="Calibri"/>
              <a:ea typeface="Calibri"/>
              <a:cs typeface="Calibri"/>
              <a:sym typeface="Calibri"/>
            </a:endParaRPr>
          </a:p>
        </p:txBody>
      </p:sp>
      <p:pic>
        <p:nvPicPr>
          <p:cNvPr descr="preencoded.png" id="98" name="Google Shape;98;p6"/>
          <p:cNvPicPr preferRelativeResize="0"/>
          <p:nvPr/>
        </p:nvPicPr>
        <p:blipFill rotWithShape="1">
          <a:blip r:embed="rId5">
            <a:alphaModFix/>
          </a:blip>
          <a:srcRect b="0" l="0" r="0" t="0"/>
          <a:stretch/>
        </p:blipFill>
        <p:spPr>
          <a:xfrm>
            <a:off x="10743126" y="4915293"/>
            <a:ext cx="6793821" cy="2883131"/>
          </a:xfrm>
          <a:prstGeom prst="rect">
            <a:avLst/>
          </a:prstGeom>
          <a:noFill/>
          <a:ln>
            <a:noFill/>
          </a:ln>
        </p:spPr>
      </p:pic>
      <p:pic>
        <p:nvPicPr>
          <p:cNvPr descr="preencoded.png" id="99" name="Google Shape;99;p6"/>
          <p:cNvPicPr preferRelativeResize="0"/>
          <p:nvPr/>
        </p:nvPicPr>
        <p:blipFill rotWithShape="1">
          <a:blip r:embed="rId6">
            <a:alphaModFix/>
          </a:blip>
          <a:srcRect b="0" l="0" r="0" t="0"/>
          <a:stretch/>
        </p:blipFill>
        <p:spPr>
          <a:xfrm>
            <a:off x="16872064" y="5528409"/>
            <a:ext cx="624844" cy="38444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pic>
        <p:nvPicPr>
          <p:cNvPr descr="preencoded.png" id="105" name="Google Shape;105;p7"/>
          <p:cNvPicPr preferRelativeResize="0"/>
          <p:nvPr/>
        </p:nvPicPr>
        <p:blipFill rotWithShape="1">
          <a:blip r:embed="rId3">
            <a:alphaModFix/>
          </a:blip>
          <a:srcRect b="0" l="0" r="0" t="0"/>
          <a:stretch/>
        </p:blipFill>
        <p:spPr>
          <a:xfrm>
            <a:off x="0" y="0"/>
            <a:ext cx="20317968" cy="12701016"/>
          </a:xfrm>
          <a:prstGeom prst="rect">
            <a:avLst/>
          </a:prstGeom>
          <a:noFill/>
          <a:ln>
            <a:noFill/>
          </a:ln>
        </p:spPr>
      </p:pic>
      <p:pic>
        <p:nvPicPr>
          <p:cNvPr descr="preencoded.png" id="106" name="Google Shape;106;p7"/>
          <p:cNvPicPr preferRelativeResize="0"/>
          <p:nvPr/>
        </p:nvPicPr>
        <p:blipFill rotWithShape="1">
          <a:blip r:embed="rId4">
            <a:alphaModFix/>
          </a:blip>
          <a:srcRect b="0" l="0" r="0" t="0"/>
          <a:stretch/>
        </p:blipFill>
        <p:spPr>
          <a:xfrm>
            <a:off x="15746425" y="8319165"/>
            <a:ext cx="2654035" cy="1130390"/>
          </a:xfrm>
          <a:prstGeom prst="rect">
            <a:avLst/>
          </a:prstGeom>
          <a:noFill/>
          <a:ln>
            <a:noFill/>
          </a:ln>
        </p:spPr>
      </p:pic>
      <p:pic>
        <p:nvPicPr>
          <p:cNvPr descr="preencoded.png" id="107" name="Google Shape;107;p7"/>
          <p:cNvPicPr preferRelativeResize="0"/>
          <p:nvPr/>
        </p:nvPicPr>
        <p:blipFill rotWithShape="1">
          <a:blip r:embed="rId5">
            <a:alphaModFix/>
          </a:blip>
          <a:srcRect b="0" l="0" r="0" t="0"/>
          <a:stretch/>
        </p:blipFill>
        <p:spPr>
          <a:xfrm>
            <a:off x="18140720" y="8559550"/>
            <a:ext cx="244098" cy="150731"/>
          </a:xfrm>
          <a:prstGeom prst="rect">
            <a:avLst/>
          </a:prstGeom>
          <a:noFill/>
          <a:ln>
            <a:noFill/>
          </a:ln>
        </p:spPr>
      </p:pic>
      <p:pic>
        <p:nvPicPr>
          <p:cNvPr descr="preencoded.png" id="108" name="Google Shape;108;p7"/>
          <p:cNvPicPr preferRelativeResize="0"/>
          <p:nvPr/>
        </p:nvPicPr>
        <p:blipFill rotWithShape="1">
          <a:blip r:embed="rId6">
            <a:alphaModFix/>
          </a:blip>
          <a:srcRect b="0" l="0" r="0" t="0"/>
          <a:stretch/>
        </p:blipFill>
        <p:spPr>
          <a:xfrm>
            <a:off x="15746425" y="3238759"/>
            <a:ext cx="2654035" cy="1130390"/>
          </a:xfrm>
          <a:prstGeom prst="rect">
            <a:avLst/>
          </a:prstGeom>
          <a:noFill/>
          <a:ln>
            <a:noFill/>
          </a:ln>
        </p:spPr>
      </p:pic>
      <p:pic>
        <p:nvPicPr>
          <p:cNvPr descr="preencoded.png" id="109" name="Google Shape;109;p7"/>
          <p:cNvPicPr preferRelativeResize="0"/>
          <p:nvPr/>
        </p:nvPicPr>
        <p:blipFill rotWithShape="1">
          <a:blip r:embed="rId7">
            <a:alphaModFix/>
          </a:blip>
          <a:srcRect b="0" l="0" r="0" t="0"/>
          <a:stretch/>
        </p:blipFill>
        <p:spPr>
          <a:xfrm>
            <a:off x="18140720" y="3479144"/>
            <a:ext cx="244098" cy="150731"/>
          </a:xfrm>
          <a:prstGeom prst="rect">
            <a:avLst/>
          </a:prstGeom>
          <a:noFill/>
          <a:ln>
            <a:noFill/>
          </a:ln>
        </p:spPr>
      </p:pic>
      <p:sp>
        <p:nvSpPr>
          <p:cNvPr id="110" name="Google Shape;110;p7"/>
          <p:cNvSpPr/>
          <p:nvPr/>
        </p:nvSpPr>
        <p:spPr>
          <a:xfrm>
            <a:off x="7314468" y="6350508"/>
            <a:ext cx="6501750" cy="5067705"/>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 name="Google Shape;111;p7"/>
          <p:cNvPicPr preferRelativeResize="0"/>
          <p:nvPr/>
        </p:nvPicPr>
        <p:blipFill rotWithShape="1">
          <a:blip r:embed="rId8">
            <a:alphaModFix/>
          </a:blip>
          <a:srcRect b="0" l="0" r="0" t="0"/>
          <a:stretch/>
        </p:blipFill>
        <p:spPr>
          <a:xfrm>
            <a:off x="9244675" y="8319165"/>
            <a:ext cx="2654035" cy="1130390"/>
          </a:xfrm>
          <a:prstGeom prst="rect">
            <a:avLst/>
          </a:prstGeom>
          <a:noFill/>
          <a:ln>
            <a:noFill/>
          </a:ln>
        </p:spPr>
      </p:pic>
      <p:pic>
        <p:nvPicPr>
          <p:cNvPr descr="preencoded.png" id="112" name="Google Shape;112;p7"/>
          <p:cNvPicPr preferRelativeResize="0"/>
          <p:nvPr/>
        </p:nvPicPr>
        <p:blipFill rotWithShape="1">
          <a:blip r:embed="rId9">
            <a:alphaModFix/>
          </a:blip>
          <a:srcRect b="0" l="0" r="0" t="0"/>
          <a:stretch/>
        </p:blipFill>
        <p:spPr>
          <a:xfrm>
            <a:off x="11638971" y="8559550"/>
            <a:ext cx="244098" cy="150731"/>
          </a:xfrm>
          <a:prstGeom prst="rect">
            <a:avLst/>
          </a:prstGeom>
          <a:noFill/>
          <a:ln>
            <a:noFill/>
          </a:ln>
        </p:spPr>
      </p:pic>
      <p:sp>
        <p:nvSpPr>
          <p:cNvPr id="113" name="Google Shape;113;p7"/>
          <p:cNvSpPr/>
          <p:nvPr/>
        </p:nvSpPr>
        <p:spPr>
          <a:xfrm>
            <a:off x="7314468" y="1270102"/>
            <a:ext cx="6501750" cy="5080406"/>
          </a:xfrm>
          <a:prstGeom prst="rect">
            <a:avLst/>
          </a:prstGeom>
          <a:solidFill>
            <a:srgbClr val="4230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4" name="Google Shape;114;p7"/>
          <p:cNvPicPr preferRelativeResize="0"/>
          <p:nvPr/>
        </p:nvPicPr>
        <p:blipFill rotWithShape="1">
          <a:blip r:embed="rId10">
            <a:alphaModFix/>
          </a:blip>
          <a:srcRect b="0" l="0" r="0" t="0"/>
          <a:stretch/>
        </p:blipFill>
        <p:spPr>
          <a:xfrm>
            <a:off x="9244675" y="3238759"/>
            <a:ext cx="2654035" cy="1130390"/>
          </a:xfrm>
          <a:prstGeom prst="rect">
            <a:avLst/>
          </a:prstGeom>
          <a:noFill/>
          <a:ln>
            <a:noFill/>
          </a:ln>
        </p:spPr>
      </p:pic>
      <p:pic>
        <p:nvPicPr>
          <p:cNvPr descr="preencoded.png" id="115" name="Google Shape;115;p7"/>
          <p:cNvPicPr preferRelativeResize="0"/>
          <p:nvPr/>
        </p:nvPicPr>
        <p:blipFill rotWithShape="1">
          <a:blip r:embed="rId5">
            <a:alphaModFix/>
          </a:blip>
          <a:srcRect b="0" l="0" r="0" t="0"/>
          <a:stretch/>
        </p:blipFill>
        <p:spPr>
          <a:xfrm>
            <a:off x="11638971" y="3479144"/>
            <a:ext cx="244098" cy="150731"/>
          </a:xfrm>
          <a:prstGeom prst="rect">
            <a:avLst/>
          </a:prstGeom>
          <a:noFill/>
          <a:ln>
            <a:noFill/>
          </a:ln>
        </p:spPr>
      </p:pic>
      <p:sp>
        <p:nvSpPr>
          <p:cNvPr id="116" name="Google Shape;116;p7"/>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117" name="Google Shape;117;p7"/>
          <p:cNvSpPr/>
          <p:nvPr/>
        </p:nvSpPr>
        <p:spPr>
          <a:xfrm>
            <a:off x="609539" y="11964357"/>
            <a:ext cx="1350298"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THE LOGO</a:t>
            </a:r>
            <a:endParaRPr b="0" i="0" sz="1600" u="none" cap="none" strike="noStrike">
              <a:solidFill>
                <a:schemeClr val="dk1"/>
              </a:solidFill>
              <a:latin typeface="Calibri"/>
              <a:ea typeface="Calibri"/>
              <a:cs typeface="Calibri"/>
              <a:sym typeface="Calibri"/>
            </a:endParaRPr>
          </a:p>
        </p:txBody>
      </p:sp>
      <p:pic>
        <p:nvPicPr>
          <p:cNvPr descr="preencoded.png" id="118" name="Google Shape;118;p7"/>
          <p:cNvPicPr preferRelativeResize="0"/>
          <p:nvPr/>
        </p:nvPicPr>
        <p:blipFill rotWithShape="1">
          <a:blip r:embed="rId11">
            <a:alphaModFix/>
          </a:blip>
          <a:srcRect b="0" l="0" r="0" t="0"/>
          <a:stretch/>
        </p:blipFill>
        <p:spPr>
          <a:xfrm>
            <a:off x="304770" y="1270102"/>
            <a:ext cx="8152585" cy="10160813"/>
          </a:xfrm>
          <a:prstGeom prst="rect">
            <a:avLst/>
          </a:prstGeom>
          <a:noFill/>
          <a:ln>
            <a:noFill/>
          </a:ln>
        </p:spPr>
      </p:pic>
      <p:sp>
        <p:nvSpPr>
          <p:cNvPr id="119" name="Google Shape;119;p7"/>
          <p:cNvSpPr/>
          <p:nvPr/>
        </p:nvSpPr>
        <p:spPr>
          <a:xfrm>
            <a:off x="1955604" y="5182015"/>
            <a:ext cx="5054095" cy="1016081"/>
          </a:xfrm>
          <a:prstGeom prst="rect">
            <a:avLst/>
          </a:prstGeom>
          <a:noFill/>
          <a:ln>
            <a:noFill/>
          </a:ln>
        </p:spPr>
        <p:txBody>
          <a:bodyPr anchorCtr="0" anchor="b" bIns="0" lIns="0" spcFirstLastPara="1" rIns="0" wrap="square" tIns="0">
            <a:noAutofit/>
          </a:bodyPr>
          <a:lstStyle/>
          <a:p>
            <a:pPr indent="0" lvl="0" marL="0" marR="0" rtl="0" algn="l">
              <a:lnSpc>
                <a:spcPct val="112500"/>
              </a:lnSpc>
              <a:spcBef>
                <a:spcPts val="0"/>
              </a:spcBef>
              <a:spcAft>
                <a:spcPts val="0"/>
              </a:spcAft>
              <a:buNone/>
            </a:pPr>
            <a:r>
              <a:rPr b="0" i="0" lang="en-US" sz="4800" u="none" cap="none" strike="noStrike">
                <a:solidFill>
                  <a:srgbClr val="000000"/>
                </a:solidFill>
                <a:latin typeface="Manrope"/>
                <a:ea typeface="Manrope"/>
                <a:cs typeface="Manrope"/>
                <a:sym typeface="Manrope"/>
              </a:rPr>
              <a:t>Color Styles</a:t>
            </a:r>
            <a:endParaRPr b="0" i="0" sz="4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pic>
        <p:nvPicPr>
          <p:cNvPr descr="preencoded.png" id="125" name="Google Shape;125;p8"/>
          <p:cNvPicPr preferRelativeResize="0"/>
          <p:nvPr/>
        </p:nvPicPr>
        <p:blipFill rotWithShape="1">
          <a:blip r:embed="rId3">
            <a:alphaModFix/>
          </a:blip>
          <a:srcRect b="0" l="0" r="0" t="0"/>
          <a:stretch/>
        </p:blipFill>
        <p:spPr>
          <a:xfrm>
            <a:off x="0" y="0"/>
            <a:ext cx="20317968" cy="12701016"/>
          </a:xfrm>
          <a:prstGeom prst="rect">
            <a:avLst/>
          </a:prstGeom>
          <a:noFill/>
          <a:ln>
            <a:noFill/>
          </a:ln>
        </p:spPr>
      </p:pic>
      <p:sp>
        <p:nvSpPr>
          <p:cNvPr id="126" name="Google Shape;126;p8"/>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127" name="Google Shape;127;p8"/>
          <p:cNvSpPr/>
          <p:nvPr/>
        </p:nvSpPr>
        <p:spPr>
          <a:xfrm>
            <a:off x="609539" y="11964357"/>
            <a:ext cx="1794754"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TYPOGRAPHY</a:t>
            </a:r>
            <a:endParaRPr b="0" i="0" sz="1600" u="none" cap="none" strike="noStrike">
              <a:solidFill>
                <a:schemeClr val="dk1"/>
              </a:solidFill>
              <a:latin typeface="Calibri"/>
              <a:ea typeface="Calibri"/>
              <a:cs typeface="Calibri"/>
              <a:sym typeface="Calibri"/>
            </a:endParaRPr>
          </a:p>
        </p:txBody>
      </p:sp>
      <p:sp>
        <p:nvSpPr>
          <p:cNvPr id="128" name="Google Shape;128;p8"/>
          <p:cNvSpPr/>
          <p:nvPr/>
        </p:nvSpPr>
        <p:spPr>
          <a:xfrm>
            <a:off x="304770" y="4204036"/>
            <a:ext cx="19708429" cy="42929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541812" y="4204036"/>
            <a:ext cx="8999167" cy="338693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20000" u="none" cap="none" strike="noStrike">
                <a:solidFill>
                  <a:srgbClr val="000000"/>
                </a:solidFill>
                <a:latin typeface="Manrope"/>
                <a:ea typeface="Manrope"/>
                <a:cs typeface="Manrope"/>
                <a:sym typeface="Manrope"/>
              </a:rPr>
              <a:t>03</a:t>
            </a:r>
            <a:endParaRPr b="0" i="0" sz="20000" u="none" cap="none" strike="noStrike">
              <a:solidFill>
                <a:schemeClr val="dk1"/>
              </a:solidFill>
              <a:latin typeface="Calibri"/>
              <a:ea typeface="Calibri"/>
              <a:cs typeface="Calibri"/>
              <a:sym typeface="Calibri"/>
            </a:endParaRPr>
          </a:p>
        </p:txBody>
      </p:sp>
      <p:sp>
        <p:nvSpPr>
          <p:cNvPr id="130" name="Google Shape;130;p8"/>
          <p:cNvSpPr/>
          <p:nvPr/>
        </p:nvSpPr>
        <p:spPr>
          <a:xfrm>
            <a:off x="5257274" y="6972858"/>
            <a:ext cx="15263873" cy="2032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0" u="none" cap="none" strike="noStrike">
                <a:solidFill>
                  <a:srgbClr val="000000"/>
                </a:solidFill>
                <a:latin typeface="Manrope"/>
                <a:ea typeface="Manrope"/>
                <a:cs typeface="Manrope"/>
                <a:sym typeface="Manrope"/>
              </a:rPr>
              <a:t>Typography</a:t>
            </a:r>
            <a:endParaRPr b="0" i="0" sz="12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pic>
        <p:nvPicPr>
          <p:cNvPr descr="preencoded.png" id="136" name="Google Shape;136;p9"/>
          <p:cNvPicPr preferRelativeResize="0"/>
          <p:nvPr/>
        </p:nvPicPr>
        <p:blipFill rotWithShape="1">
          <a:blip r:embed="rId3">
            <a:alphaModFix/>
          </a:blip>
          <a:srcRect b="0" l="0" r="0" t="0"/>
          <a:stretch/>
        </p:blipFill>
        <p:spPr>
          <a:xfrm>
            <a:off x="0" y="0"/>
            <a:ext cx="20317968" cy="12701016"/>
          </a:xfrm>
          <a:prstGeom prst="rect">
            <a:avLst/>
          </a:prstGeom>
          <a:noFill/>
          <a:ln>
            <a:noFill/>
          </a:ln>
        </p:spPr>
      </p:pic>
      <p:sp>
        <p:nvSpPr>
          <p:cNvPr id="137" name="Google Shape;137;p9"/>
          <p:cNvSpPr/>
          <p:nvPr/>
        </p:nvSpPr>
        <p:spPr>
          <a:xfrm>
            <a:off x="8457354" y="4229438"/>
            <a:ext cx="1862480" cy="6943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3200" u="none" cap="none" strike="noStrike">
                <a:solidFill>
                  <a:srgbClr val="232930"/>
                </a:solidFill>
                <a:latin typeface="Manrope SemiBold"/>
                <a:ea typeface="Manrope SemiBold"/>
                <a:cs typeface="Manrope SemiBold"/>
                <a:sym typeface="Manrope SemiBold"/>
              </a:rPr>
              <a:t>Manrope</a:t>
            </a:r>
            <a:endParaRPr b="0" i="0" sz="3200" u="none" cap="none" strike="noStrike">
              <a:solidFill>
                <a:schemeClr val="dk1"/>
              </a:solidFill>
              <a:latin typeface="Calibri"/>
              <a:ea typeface="Calibri"/>
              <a:cs typeface="Calibri"/>
              <a:sym typeface="Calibri"/>
            </a:endParaRPr>
          </a:p>
        </p:txBody>
      </p:sp>
      <p:sp>
        <p:nvSpPr>
          <p:cNvPr id="138" name="Google Shape;138;p9"/>
          <p:cNvSpPr/>
          <p:nvPr/>
        </p:nvSpPr>
        <p:spPr>
          <a:xfrm>
            <a:off x="8457354" y="4978798"/>
            <a:ext cx="5540879" cy="1287036"/>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b="0" i="0" lang="en-US" sz="1600" u="none" cap="none" strike="noStrike">
                <a:solidFill>
                  <a:srgbClr val="232930"/>
                </a:solidFill>
                <a:latin typeface="Manrope SemiBold"/>
                <a:ea typeface="Manrope SemiBold"/>
                <a:cs typeface="Manrope SemiBold"/>
                <a:sym typeface="Manrope SemiBold"/>
              </a:rPr>
              <a:t>ABCDEFGHIJKLMNOPQRSTUVWXYZ</a:t>
            </a:r>
            <a:endParaRPr b="0" i="0" sz="16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None/>
            </a:pPr>
            <a:r>
              <a:rPr b="0" i="0" lang="en-US" sz="1600" u="none" cap="none" strike="noStrike">
                <a:solidFill>
                  <a:srgbClr val="232930"/>
                </a:solidFill>
                <a:latin typeface="Manrope SemiBold"/>
                <a:ea typeface="Manrope SemiBold"/>
                <a:cs typeface="Manrope SemiBold"/>
                <a:sym typeface="Manrope SemiBold"/>
              </a:rPr>
              <a:t>abcdefghijklmnopqrstuvwxyz</a:t>
            </a:r>
            <a:endParaRPr b="0" i="0" sz="16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None/>
            </a:pPr>
            <a:r>
              <a:rPr b="0" i="0" lang="en-US" sz="1600" u="none" cap="none" strike="noStrike">
                <a:solidFill>
                  <a:srgbClr val="232930"/>
                </a:solidFill>
                <a:latin typeface="Manrope SemiBold"/>
                <a:ea typeface="Manrope SemiBold"/>
                <a:cs typeface="Manrope SemiBold"/>
                <a:sym typeface="Manrope SemiBold"/>
              </a:rPr>
              <a:t>1234567890</a:t>
            </a:r>
            <a:endParaRPr b="0" i="0" sz="1600" u="none" cap="none" strike="noStrike">
              <a:solidFill>
                <a:schemeClr val="dk1"/>
              </a:solidFill>
              <a:latin typeface="Calibri"/>
              <a:ea typeface="Calibri"/>
              <a:cs typeface="Calibri"/>
              <a:sym typeface="Calibri"/>
            </a:endParaRPr>
          </a:p>
        </p:txBody>
      </p:sp>
      <p:sp>
        <p:nvSpPr>
          <p:cNvPr id="139" name="Google Shape;139;p9"/>
          <p:cNvSpPr/>
          <p:nvPr/>
        </p:nvSpPr>
        <p:spPr>
          <a:xfrm>
            <a:off x="8457354" y="6795044"/>
            <a:ext cx="5790621" cy="198135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a:off x="8457354" y="6795044"/>
            <a:ext cx="1811685" cy="69432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3200" u="none" cap="none" strike="noStrike">
                <a:solidFill>
                  <a:srgbClr val="232930"/>
                </a:solidFill>
                <a:latin typeface="Manrope"/>
                <a:ea typeface="Manrope"/>
                <a:cs typeface="Manrope"/>
                <a:sym typeface="Manrope"/>
              </a:rPr>
              <a:t>Manrope</a:t>
            </a:r>
            <a:endParaRPr b="0" i="0" sz="3200" u="none" cap="none" strike="noStrike">
              <a:solidFill>
                <a:schemeClr val="dk1"/>
              </a:solidFill>
              <a:latin typeface="Calibri"/>
              <a:ea typeface="Calibri"/>
              <a:cs typeface="Calibri"/>
              <a:sym typeface="Calibri"/>
            </a:endParaRPr>
          </a:p>
        </p:txBody>
      </p:sp>
      <p:sp>
        <p:nvSpPr>
          <p:cNvPr id="141" name="Google Shape;141;p9"/>
          <p:cNvSpPr/>
          <p:nvPr/>
        </p:nvSpPr>
        <p:spPr>
          <a:xfrm>
            <a:off x="8457354" y="7557105"/>
            <a:ext cx="5426591" cy="1287036"/>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b="0" i="0" lang="en-US" sz="1600" u="none" cap="none" strike="noStrike">
                <a:solidFill>
                  <a:srgbClr val="232930"/>
                </a:solidFill>
                <a:latin typeface="Manrope"/>
                <a:ea typeface="Manrope"/>
                <a:cs typeface="Manrope"/>
                <a:sym typeface="Manrope"/>
              </a:rPr>
              <a:t>ABCDEFGHIJKLMNOPQRSTUVWXYZ</a:t>
            </a:r>
            <a:endParaRPr b="0" i="0" sz="16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None/>
            </a:pPr>
            <a:r>
              <a:rPr b="0" i="0" lang="en-US" sz="1600" u="none" cap="none" strike="noStrike">
                <a:solidFill>
                  <a:srgbClr val="232930"/>
                </a:solidFill>
                <a:latin typeface="Manrope"/>
                <a:ea typeface="Manrope"/>
                <a:cs typeface="Manrope"/>
                <a:sym typeface="Manrope"/>
              </a:rPr>
              <a:t>abcdefghijklmnopqrstuvwxyz</a:t>
            </a:r>
            <a:endParaRPr b="0" i="0" sz="1600" u="none" cap="none" strike="noStrike">
              <a:solidFill>
                <a:schemeClr val="dk1"/>
              </a:solidFill>
              <a:latin typeface="Calibri"/>
              <a:ea typeface="Calibri"/>
              <a:cs typeface="Calibri"/>
              <a:sym typeface="Calibri"/>
            </a:endParaRPr>
          </a:p>
          <a:p>
            <a:pPr indent="0" lvl="0" marL="0" marR="0" rtl="0" algn="l">
              <a:lnSpc>
                <a:spcPct val="200000"/>
              </a:lnSpc>
              <a:spcBef>
                <a:spcPts val="0"/>
              </a:spcBef>
              <a:spcAft>
                <a:spcPts val="0"/>
              </a:spcAft>
              <a:buNone/>
            </a:pPr>
            <a:r>
              <a:rPr b="0" i="0" lang="en-US" sz="1600" u="none" cap="none" strike="noStrike">
                <a:solidFill>
                  <a:srgbClr val="232930"/>
                </a:solidFill>
                <a:latin typeface="Manrope"/>
                <a:ea typeface="Manrope"/>
                <a:cs typeface="Manrope"/>
                <a:sym typeface="Manrope"/>
              </a:rPr>
              <a:t>1234567890</a:t>
            </a:r>
            <a:endParaRPr b="0" i="0" sz="1600" u="none" cap="none" strike="noStrike">
              <a:solidFill>
                <a:schemeClr val="dk1"/>
              </a:solidFill>
              <a:latin typeface="Calibri"/>
              <a:ea typeface="Calibri"/>
              <a:cs typeface="Calibri"/>
              <a:sym typeface="Calibri"/>
            </a:endParaRPr>
          </a:p>
        </p:txBody>
      </p:sp>
      <p:sp>
        <p:nvSpPr>
          <p:cNvPr id="142" name="Google Shape;142;p9"/>
          <p:cNvSpPr/>
          <p:nvPr/>
        </p:nvSpPr>
        <p:spPr>
          <a:xfrm>
            <a:off x="15607700" y="5156612"/>
            <a:ext cx="3402301" cy="3607089"/>
          </a:xfrm>
          <a:prstGeom prst="roundRect">
            <a:avLst>
              <a:gd fmla="val 15051" name="adj"/>
            </a:avLst>
          </a:prstGeom>
          <a:solidFill>
            <a:srgbClr val="131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16079587" y="6479434"/>
            <a:ext cx="3356738" cy="268526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200" u="none" cap="none" strike="noStrike">
                <a:solidFill>
                  <a:srgbClr val="FFFFFF"/>
                </a:solidFill>
                <a:latin typeface="Manrope SemiBold"/>
                <a:ea typeface="Manrope SemiBold"/>
                <a:cs typeface="Manrope SemiBold"/>
                <a:sym typeface="Manrope SemiBold"/>
              </a:rPr>
              <a:t>Aa</a:t>
            </a:r>
            <a:endParaRPr b="0" i="0" sz="15200" u="none" cap="none" strike="noStrike">
              <a:solidFill>
                <a:schemeClr val="dk1"/>
              </a:solidFill>
              <a:latin typeface="Calibri"/>
              <a:ea typeface="Calibri"/>
              <a:cs typeface="Calibri"/>
              <a:sym typeface="Calibri"/>
            </a:endParaRPr>
          </a:p>
        </p:txBody>
      </p:sp>
      <p:sp>
        <p:nvSpPr>
          <p:cNvPr id="144" name="Google Shape;144;p9"/>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145" name="Google Shape;145;p9"/>
          <p:cNvSpPr/>
          <p:nvPr/>
        </p:nvSpPr>
        <p:spPr>
          <a:xfrm>
            <a:off x="609539" y="11964357"/>
            <a:ext cx="1794754"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TYPOGRAPHY</a:t>
            </a:r>
            <a:endParaRPr b="0" i="0" sz="1600" u="none" cap="none" strike="noStrike">
              <a:solidFill>
                <a:schemeClr val="dk1"/>
              </a:solidFill>
              <a:latin typeface="Calibri"/>
              <a:ea typeface="Calibri"/>
              <a:cs typeface="Calibri"/>
              <a:sym typeface="Calibri"/>
            </a:endParaRPr>
          </a:p>
        </p:txBody>
      </p:sp>
      <p:pic>
        <p:nvPicPr>
          <p:cNvPr descr="preencoded.png" id="146" name="Google Shape;146;p9"/>
          <p:cNvPicPr preferRelativeResize="0"/>
          <p:nvPr/>
        </p:nvPicPr>
        <p:blipFill rotWithShape="1">
          <a:blip r:embed="rId4">
            <a:alphaModFix/>
          </a:blip>
          <a:srcRect b="0" l="0" r="0" t="0"/>
          <a:stretch/>
        </p:blipFill>
        <p:spPr>
          <a:xfrm>
            <a:off x="304770" y="1270102"/>
            <a:ext cx="8152585" cy="10160813"/>
          </a:xfrm>
          <a:prstGeom prst="rect">
            <a:avLst/>
          </a:prstGeom>
          <a:noFill/>
          <a:ln>
            <a:noFill/>
          </a:ln>
        </p:spPr>
      </p:pic>
      <p:sp>
        <p:nvSpPr>
          <p:cNvPr id="147" name="Google Shape;147;p9"/>
          <p:cNvSpPr/>
          <p:nvPr/>
        </p:nvSpPr>
        <p:spPr>
          <a:xfrm>
            <a:off x="1955604" y="5182015"/>
            <a:ext cx="5054095" cy="1016081"/>
          </a:xfrm>
          <a:prstGeom prst="rect">
            <a:avLst/>
          </a:prstGeom>
          <a:noFill/>
          <a:ln>
            <a:noFill/>
          </a:ln>
        </p:spPr>
        <p:txBody>
          <a:bodyPr anchorCtr="0" anchor="b" bIns="0" lIns="0" spcFirstLastPara="1" rIns="0" wrap="square" tIns="0">
            <a:noAutofit/>
          </a:bodyPr>
          <a:lstStyle/>
          <a:p>
            <a:pPr indent="0" lvl="0" marL="0" marR="0" rtl="0" algn="l">
              <a:lnSpc>
                <a:spcPct val="112500"/>
              </a:lnSpc>
              <a:spcBef>
                <a:spcPts val="0"/>
              </a:spcBef>
              <a:spcAft>
                <a:spcPts val="0"/>
              </a:spcAft>
              <a:buNone/>
            </a:pPr>
            <a:r>
              <a:rPr b="0" i="0" lang="en-US" sz="4800" u="none" cap="none" strike="noStrike">
                <a:solidFill>
                  <a:srgbClr val="13153B"/>
                </a:solidFill>
                <a:latin typeface="Manrope"/>
                <a:ea typeface="Manrope"/>
                <a:cs typeface="Manrope"/>
                <a:sym typeface="Manrope"/>
              </a:rPr>
              <a:t>Typography</a:t>
            </a:r>
            <a:endParaRPr b="0" i="0" sz="4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pic>
        <p:nvPicPr>
          <p:cNvPr descr="preencoded.png" id="153" name="Google Shape;153;p10"/>
          <p:cNvPicPr preferRelativeResize="0"/>
          <p:nvPr/>
        </p:nvPicPr>
        <p:blipFill rotWithShape="1">
          <a:blip r:embed="rId3">
            <a:alphaModFix/>
          </a:blip>
          <a:srcRect b="0" l="0" r="0" t="0"/>
          <a:stretch/>
        </p:blipFill>
        <p:spPr>
          <a:xfrm>
            <a:off x="0" y="0"/>
            <a:ext cx="20317968" cy="12701016"/>
          </a:xfrm>
          <a:prstGeom prst="rect">
            <a:avLst/>
          </a:prstGeom>
          <a:noFill/>
          <a:ln>
            <a:noFill/>
          </a:ln>
        </p:spPr>
      </p:pic>
      <p:pic>
        <p:nvPicPr>
          <p:cNvPr descr="preencoded.png" id="154" name="Google Shape;154;p10"/>
          <p:cNvPicPr preferRelativeResize="0"/>
          <p:nvPr/>
        </p:nvPicPr>
        <p:blipFill rotWithShape="1">
          <a:blip r:embed="rId4">
            <a:alphaModFix/>
          </a:blip>
          <a:srcRect b="0" l="0" r="0" t="0"/>
          <a:stretch/>
        </p:blipFill>
        <p:spPr>
          <a:xfrm>
            <a:off x="15340066" y="5434720"/>
            <a:ext cx="2825610" cy="4245816"/>
          </a:xfrm>
          <a:prstGeom prst="rect">
            <a:avLst/>
          </a:prstGeom>
          <a:noFill/>
          <a:ln>
            <a:noFill/>
          </a:ln>
        </p:spPr>
      </p:pic>
      <p:sp>
        <p:nvSpPr>
          <p:cNvPr id="155" name="Google Shape;155;p10"/>
          <p:cNvSpPr/>
          <p:nvPr/>
        </p:nvSpPr>
        <p:spPr>
          <a:xfrm>
            <a:off x="16224617" y="9111005"/>
            <a:ext cx="1048553" cy="362887"/>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700" u="none" cap="none" strike="noStrike">
                <a:solidFill>
                  <a:srgbClr val="FFFFFF"/>
                </a:solidFill>
                <a:latin typeface="Manrope"/>
                <a:ea typeface="Manrope"/>
                <a:cs typeface="Manrope"/>
                <a:sym typeface="Manrope"/>
              </a:rPr>
              <a:t>#B89CFF</a:t>
            </a:r>
            <a:endParaRPr b="0" i="0" sz="1670" u="none" cap="none" strike="noStrike">
              <a:solidFill>
                <a:schemeClr val="dk1"/>
              </a:solidFill>
              <a:latin typeface="Calibri"/>
              <a:ea typeface="Calibri"/>
              <a:cs typeface="Calibri"/>
              <a:sym typeface="Calibri"/>
            </a:endParaRPr>
          </a:p>
        </p:txBody>
      </p:sp>
      <p:sp>
        <p:nvSpPr>
          <p:cNvPr id="156" name="Google Shape;156;p10"/>
          <p:cNvSpPr/>
          <p:nvPr/>
        </p:nvSpPr>
        <p:spPr>
          <a:xfrm>
            <a:off x="15340066" y="4638630"/>
            <a:ext cx="2825612" cy="796090"/>
          </a:xfrm>
          <a:prstGeom prst="rect">
            <a:avLst/>
          </a:prstGeom>
          <a:solidFill>
            <a:srgbClr val="B89C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0"/>
          <p:cNvSpPr/>
          <p:nvPr/>
        </p:nvSpPr>
        <p:spPr>
          <a:xfrm>
            <a:off x="15340066" y="3829271"/>
            <a:ext cx="2825612" cy="809359"/>
          </a:xfrm>
          <a:prstGeom prst="rect">
            <a:avLst/>
          </a:prstGeom>
          <a:solidFill>
            <a:srgbClr val="B89CFF">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8" name="Google Shape;158;p10"/>
          <p:cNvPicPr preferRelativeResize="0"/>
          <p:nvPr/>
        </p:nvPicPr>
        <p:blipFill rotWithShape="1">
          <a:blip r:embed="rId5">
            <a:alphaModFix/>
          </a:blip>
          <a:srcRect b="0" l="0" r="0" t="0"/>
          <a:stretch/>
        </p:blipFill>
        <p:spPr>
          <a:xfrm>
            <a:off x="15340066" y="3033181"/>
            <a:ext cx="2825610" cy="796090"/>
          </a:xfrm>
          <a:prstGeom prst="rect">
            <a:avLst/>
          </a:prstGeom>
          <a:noFill/>
          <a:ln>
            <a:noFill/>
          </a:ln>
        </p:spPr>
      </p:pic>
      <p:pic>
        <p:nvPicPr>
          <p:cNvPr descr="preencoded.png" id="159" name="Google Shape;159;p10"/>
          <p:cNvPicPr preferRelativeResize="0"/>
          <p:nvPr/>
        </p:nvPicPr>
        <p:blipFill rotWithShape="1">
          <a:blip r:embed="rId6">
            <a:alphaModFix/>
          </a:blip>
          <a:srcRect b="0" l="0" r="0" t="0"/>
          <a:stretch/>
        </p:blipFill>
        <p:spPr>
          <a:xfrm>
            <a:off x="12047846" y="5434720"/>
            <a:ext cx="2825610" cy="4245816"/>
          </a:xfrm>
          <a:prstGeom prst="rect">
            <a:avLst/>
          </a:prstGeom>
          <a:noFill/>
          <a:ln>
            <a:noFill/>
          </a:ln>
        </p:spPr>
      </p:pic>
      <p:sp>
        <p:nvSpPr>
          <p:cNvPr id="160" name="Google Shape;160;p10"/>
          <p:cNvSpPr/>
          <p:nvPr/>
        </p:nvSpPr>
        <p:spPr>
          <a:xfrm>
            <a:off x="12781884" y="9110005"/>
            <a:ext cx="1370798" cy="29632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700" u="none" cap="none" strike="noStrike">
                <a:solidFill>
                  <a:srgbClr val="FFFFFF"/>
                </a:solidFill>
                <a:latin typeface="Manrope"/>
                <a:ea typeface="Manrope"/>
                <a:cs typeface="Manrope"/>
                <a:sym typeface="Manrope"/>
              </a:rPr>
              <a:t>#8763FF</a:t>
            </a:r>
            <a:endParaRPr b="0" i="0" sz="1670" u="none" cap="none" strike="noStrike">
              <a:solidFill>
                <a:schemeClr val="dk1"/>
              </a:solidFill>
              <a:latin typeface="Calibri"/>
              <a:ea typeface="Calibri"/>
              <a:cs typeface="Calibri"/>
              <a:sym typeface="Calibri"/>
            </a:endParaRPr>
          </a:p>
        </p:txBody>
      </p:sp>
      <p:sp>
        <p:nvSpPr>
          <p:cNvPr id="161" name="Google Shape;161;p10"/>
          <p:cNvSpPr/>
          <p:nvPr/>
        </p:nvSpPr>
        <p:spPr>
          <a:xfrm>
            <a:off x="12047846" y="4638630"/>
            <a:ext cx="2825612" cy="796090"/>
          </a:xfrm>
          <a:prstGeom prst="rect">
            <a:avLst/>
          </a:prstGeom>
          <a:solidFill>
            <a:srgbClr val="876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0"/>
          <p:cNvSpPr/>
          <p:nvPr/>
        </p:nvSpPr>
        <p:spPr>
          <a:xfrm>
            <a:off x="12047846" y="3829271"/>
            <a:ext cx="2825612" cy="809359"/>
          </a:xfrm>
          <a:prstGeom prst="rect">
            <a:avLst/>
          </a:prstGeom>
          <a:solidFill>
            <a:srgbClr val="8763FF">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3" name="Google Shape;163;p10"/>
          <p:cNvPicPr preferRelativeResize="0"/>
          <p:nvPr/>
        </p:nvPicPr>
        <p:blipFill rotWithShape="1">
          <a:blip r:embed="rId7">
            <a:alphaModFix/>
          </a:blip>
          <a:srcRect b="0" l="0" r="0" t="0"/>
          <a:stretch/>
        </p:blipFill>
        <p:spPr>
          <a:xfrm>
            <a:off x="12047846" y="3033181"/>
            <a:ext cx="2825610" cy="796090"/>
          </a:xfrm>
          <a:prstGeom prst="rect">
            <a:avLst/>
          </a:prstGeom>
          <a:noFill/>
          <a:ln>
            <a:noFill/>
          </a:ln>
        </p:spPr>
      </p:pic>
      <p:pic>
        <p:nvPicPr>
          <p:cNvPr descr="preencoded.png" id="164" name="Google Shape;164;p10"/>
          <p:cNvPicPr preferRelativeResize="0"/>
          <p:nvPr/>
        </p:nvPicPr>
        <p:blipFill rotWithShape="1">
          <a:blip r:embed="rId8">
            <a:alphaModFix/>
          </a:blip>
          <a:srcRect b="0" l="0" r="0" t="0"/>
          <a:stretch/>
        </p:blipFill>
        <p:spPr>
          <a:xfrm>
            <a:off x="8749425" y="5434720"/>
            <a:ext cx="2825610" cy="4245816"/>
          </a:xfrm>
          <a:prstGeom prst="rect">
            <a:avLst/>
          </a:prstGeom>
          <a:noFill/>
          <a:ln>
            <a:noFill/>
          </a:ln>
        </p:spPr>
      </p:pic>
      <p:sp>
        <p:nvSpPr>
          <p:cNvPr id="165" name="Google Shape;165;p10"/>
          <p:cNvSpPr/>
          <p:nvPr/>
        </p:nvSpPr>
        <p:spPr>
          <a:xfrm>
            <a:off x="9643791" y="9110005"/>
            <a:ext cx="1035854" cy="362887"/>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700" u="none" cap="none" strike="noStrike">
                <a:solidFill>
                  <a:srgbClr val="FFFFFF"/>
                </a:solidFill>
                <a:latin typeface="Manrope"/>
                <a:ea typeface="Manrope"/>
                <a:cs typeface="Manrope"/>
                <a:sym typeface="Manrope"/>
              </a:rPr>
              <a:t>#3E1C96</a:t>
            </a:r>
            <a:endParaRPr b="0" i="0" sz="1670" u="none" cap="none" strike="noStrike">
              <a:solidFill>
                <a:schemeClr val="dk1"/>
              </a:solidFill>
              <a:latin typeface="Calibri"/>
              <a:ea typeface="Calibri"/>
              <a:cs typeface="Calibri"/>
              <a:sym typeface="Calibri"/>
            </a:endParaRPr>
          </a:p>
        </p:txBody>
      </p:sp>
      <p:sp>
        <p:nvSpPr>
          <p:cNvPr id="166" name="Google Shape;166;p10"/>
          <p:cNvSpPr/>
          <p:nvPr/>
        </p:nvSpPr>
        <p:spPr>
          <a:xfrm>
            <a:off x="8749425" y="4638630"/>
            <a:ext cx="2825612" cy="796090"/>
          </a:xfrm>
          <a:prstGeom prst="rect">
            <a:avLst/>
          </a:prstGeom>
          <a:solidFill>
            <a:srgbClr val="3E1C96">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0"/>
          <p:cNvSpPr/>
          <p:nvPr/>
        </p:nvSpPr>
        <p:spPr>
          <a:xfrm>
            <a:off x="8749425" y="3829271"/>
            <a:ext cx="2825612" cy="809359"/>
          </a:xfrm>
          <a:prstGeom prst="rect">
            <a:avLst/>
          </a:prstGeom>
          <a:solidFill>
            <a:srgbClr val="3E1C96">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8" name="Google Shape;168;p10"/>
          <p:cNvPicPr preferRelativeResize="0"/>
          <p:nvPr/>
        </p:nvPicPr>
        <p:blipFill rotWithShape="1">
          <a:blip r:embed="rId9">
            <a:alphaModFix/>
          </a:blip>
          <a:srcRect b="0" l="0" r="0" t="0"/>
          <a:stretch/>
        </p:blipFill>
        <p:spPr>
          <a:xfrm>
            <a:off x="8749425" y="3033181"/>
            <a:ext cx="2825610" cy="796090"/>
          </a:xfrm>
          <a:prstGeom prst="rect">
            <a:avLst/>
          </a:prstGeom>
          <a:noFill/>
          <a:ln>
            <a:noFill/>
          </a:ln>
        </p:spPr>
      </p:pic>
      <p:sp>
        <p:nvSpPr>
          <p:cNvPr id="169" name="Google Shape;169;p10"/>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170" name="Google Shape;170;p10"/>
          <p:cNvSpPr/>
          <p:nvPr/>
        </p:nvSpPr>
        <p:spPr>
          <a:xfrm>
            <a:off x="609539" y="11964357"/>
            <a:ext cx="207412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BRAND COLORS</a:t>
            </a:r>
            <a:endParaRPr b="0" i="0" sz="1600" u="none" cap="none" strike="noStrike">
              <a:solidFill>
                <a:schemeClr val="dk1"/>
              </a:solidFill>
              <a:latin typeface="Calibri"/>
              <a:ea typeface="Calibri"/>
              <a:cs typeface="Calibri"/>
              <a:sym typeface="Calibri"/>
            </a:endParaRPr>
          </a:p>
        </p:txBody>
      </p:sp>
      <p:pic>
        <p:nvPicPr>
          <p:cNvPr descr="preencoded.png" id="171" name="Google Shape;171;p10"/>
          <p:cNvPicPr preferRelativeResize="0"/>
          <p:nvPr/>
        </p:nvPicPr>
        <p:blipFill rotWithShape="1">
          <a:blip r:embed="rId10">
            <a:alphaModFix/>
          </a:blip>
          <a:srcRect b="0" l="0" r="0" t="0"/>
          <a:stretch/>
        </p:blipFill>
        <p:spPr>
          <a:xfrm>
            <a:off x="15162284" y="1270102"/>
            <a:ext cx="4850915" cy="3314965"/>
          </a:xfrm>
          <a:prstGeom prst="rect">
            <a:avLst/>
          </a:prstGeom>
          <a:noFill/>
          <a:ln>
            <a:noFill/>
          </a:ln>
        </p:spPr>
      </p:pic>
      <p:pic>
        <p:nvPicPr>
          <p:cNvPr descr="preencoded.png" id="172" name="Google Shape;172;p10"/>
          <p:cNvPicPr preferRelativeResize="0"/>
          <p:nvPr/>
        </p:nvPicPr>
        <p:blipFill rotWithShape="1">
          <a:blip r:embed="rId11">
            <a:alphaModFix/>
          </a:blip>
          <a:srcRect b="0" l="0" r="0" t="0"/>
          <a:stretch/>
        </p:blipFill>
        <p:spPr>
          <a:xfrm>
            <a:off x="304770" y="1270102"/>
            <a:ext cx="8152585" cy="10160813"/>
          </a:xfrm>
          <a:prstGeom prst="rect">
            <a:avLst/>
          </a:prstGeom>
          <a:noFill/>
          <a:ln>
            <a:noFill/>
          </a:ln>
        </p:spPr>
      </p:pic>
      <p:sp>
        <p:nvSpPr>
          <p:cNvPr id="173" name="Google Shape;173;p10"/>
          <p:cNvSpPr/>
          <p:nvPr/>
        </p:nvSpPr>
        <p:spPr>
          <a:xfrm>
            <a:off x="1955604" y="5182015"/>
            <a:ext cx="5054095" cy="1016081"/>
          </a:xfrm>
          <a:prstGeom prst="rect">
            <a:avLst/>
          </a:prstGeom>
          <a:noFill/>
          <a:ln>
            <a:noFill/>
          </a:ln>
        </p:spPr>
        <p:txBody>
          <a:bodyPr anchorCtr="0" anchor="b" bIns="0" lIns="0" spcFirstLastPara="1" rIns="0" wrap="square" tIns="0">
            <a:noAutofit/>
          </a:bodyPr>
          <a:lstStyle/>
          <a:p>
            <a:pPr indent="0" lvl="0" marL="0" marR="0" rtl="0" algn="l">
              <a:lnSpc>
                <a:spcPct val="112500"/>
              </a:lnSpc>
              <a:spcBef>
                <a:spcPts val="0"/>
              </a:spcBef>
              <a:spcAft>
                <a:spcPts val="0"/>
              </a:spcAft>
              <a:buNone/>
            </a:pPr>
            <a:r>
              <a:rPr b="0" i="0" lang="en-US" sz="4800" u="none" cap="none" strike="noStrike">
                <a:solidFill>
                  <a:srgbClr val="13153B"/>
                </a:solidFill>
                <a:latin typeface="Manrope"/>
                <a:ea typeface="Manrope"/>
                <a:cs typeface="Manrope"/>
                <a:sym typeface="Manrope"/>
              </a:rPr>
              <a:t>Brand Colors</a:t>
            </a:r>
            <a:endParaRPr b="0" i="0" sz="4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pic>
        <p:nvPicPr>
          <p:cNvPr descr="preencoded.png" id="179" name="Google Shape;179;p11"/>
          <p:cNvPicPr preferRelativeResize="0"/>
          <p:nvPr/>
        </p:nvPicPr>
        <p:blipFill rotWithShape="1">
          <a:blip r:embed="rId3">
            <a:alphaModFix/>
          </a:blip>
          <a:srcRect b="0" l="0" r="0" t="0"/>
          <a:stretch/>
        </p:blipFill>
        <p:spPr>
          <a:xfrm>
            <a:off x="0" y="0"/>
            <a:ext cx="20317968" cy="12701016"/>
          </a:xfrm>
          <a:prstGeom prst="rect">
            <a:avLst/>
          </a:prstGeom>
          <a:noFill/>
          <a:ln>
            <a:noFill/>
          </a:ln>
        </p:spPr>
      </p:pic>
      <p:sp>
        <p:nvSpPr>
          <p:cNvPr id="180" name="Google Shape;180;p11"/>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181" name="Google Shape;181;p11"/>
          <p:cNvSpPr/>
          <p:nvPr/>
        </p:nvSpPr>
        <p:spPr>
          <a:xfrm>
            <a:off x="609539" y="11964357"/>
            <a:ext cx="207412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BRAND COLORS</a:t>
            </a:r>
            <a:endParaRPr b="0" i="0" sz="1600" u="none" cap="none" strike="noStrike">
              <a:solidFill>
                <a:schemeClr val="dk1"/>
              </a:solidFill>
              <a:latin typeface="Calibri"/>
              <a:ea typeface="Calibri"/>
              <a:cs typeface="Calibri"/>
              <a:sym typeface="Calibri"/>
            </a:endParaRPr>
          </a:p>
        </p:txBody>
      </p:sp>
      <p:pic>
        <p:nvPicPr>
          <p:cNvPr descr="preencoded.png" id="182" name="Google Shape;182;p11"/>
          <p:cNvPicPr preferRelativeResize="0"/>
          <p:nvPr/>
        </p:nvPicPr>
        <p:blipFill rotWithShape="1">
          <a:blip r:embed="rId4">
            <a:alphaModFix/>
          </a:blip>
          <a:srcRect b="0" l="0" r="0" t="0"/>
          <a:stretch/>
        </p:blipFill>
        <p:spPr>
          <a:xfrm>
            <a:off x="304770" y="1270102"/>
            <a:ext cx="8152585" cy="10160813"/>
          </a:xfrm>
          <a:prstGeom prst="rect">
            <a:avLst/>
          </a:prstGeom>
          <a:noFill/>
          <a:ln>
            <a:noFill/>
          </a:ln>
        </p:spPr>
      </p:pic>
      <p:sp>
        <p:nvSpPr>
          <p:cNvPr id="183" name="Google Shape;183;p11"/>
          <p:cNvSpPr/>
          <p:nvPr/>
        </p:nvSpPr>
        <p:spPr>
          <a:xfrm>
            <a:off x="1955604" y="6502920"/>
            <a:ext cx="4927107" cy="444535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0" i="0" lang="en-US" sz="1800" u="none" cap="none" strike="noStrike">
                <a:solidFill>
                  <a:srgbClr val="13153B"/>
                </a:solidFill>
                <a:latin typeface="Manrope"/>
                <a:ea typeface="Manrope"/>
                <a:cs typeface="Manrope"/>
                <a:sym typeface="Manrope"/>
              </a:rPr>
              <a:t>An app icon is a unique image used to zepresent an app on a user's device.</a:t>
            </a:r>
            <a:endParaRPr b="0" i="0" sz="1800" u="none" cap="none" strike="noStrike">
              <a:solidFill>
                <a:schemeClr val="dk1"/>
              </a:solidFill>
              <a:latin typeface="Calibri"/>
              <a:ea typeface="Calibri"/>
              <a:cs typeface="Calibri"/>
              <a:sym typeface="Calibri"/>
            </a:endParaRPr>
          </a:p>
        </p:txBody>
      </p:sp>
      <p:sp>
        <p:nvSpPr>
          <p:cNvPr id="184" name="Google Shape;184;p11"/>
          <p:cNvSpPr/>
          <p:nvPr/>
        </p:nvSpPr>
        <p:spPr>
          <a:xfrm>
            <a:off x="1955604" y="5182015"/>
            <a:ext cx="5054095" cy="1016081"/>
          </a:xfrm>
          <a:prstGeom prst="rect">
            <a:avLst/>
          </a:prstGeom>
          <a:noFill/>
          <a:ln>
            <a:noFill/>
          </a:ln>
        </p:spPr>
        <p:txBody>
          <a:bodyPr anchorCtr="0" anchor="b" bIns="0" lIns="0" spcFirstLastPara="1" rIns="0" wrap="square" tIns="0">
            <a:noAutofit/>
          </a:bodyPr>
          <a:lstStyle/>
          <a:p>
            <a:pPr indent="0" lvl="0" marL="0" marR="0" rtl="0" algn="l">
              <a:lnSpc>
                <a:spcPct val="112500"/>
              </a:lnSpc>
              <a:spcBef>
                <a:spcPts val="0"/>
              </a:spcBef>
              <a:spcAft>
                <a:spcPts val="0"/>
              </a:spcAft>
              <a:buNone/>
            </a:pPr>
            <a:r>
              <a:rPr b="0" i="0" lang="en-US" sz="4800" u="none" cap="none" strike="noStrike">
                <a:solidFill>
                  <a:srgbClr val="13153B"/>
                </a:solidFill>
                <a:latin typeface="Manrope"/>
                <a:ea typeface="Manrope"/>
                <a:cs typeface="Manrope"/>
                <a:sym typeface="Manrope"/>
              </a:rPr>
              <a:t>APP ICON</a:t>
            </a:r>
            <a:endParaRPr b="0" i="0" sz="4800" u="none" cap="none" strike="noStrike">
              <a:solidFill>
                <a:schemeClr val="dk1"/>
              </a:solidFill>
              <a:latin typeface="Calibri"/>
              <a:ea typeface="Calibri"/>
              <a:cs typeface="Calibri"/>
              <a:sym typeface="Calibri"/>
            </a:endParaRPr>
          </a:p>
        </p:txBody>
      </p:sp>
      <p:sp>
        <p:nvSpPr>
          <p:cNvPr id="185" name="Google Shape;185;p11"/>
          <p:cNvSpPr/>
          <p:nvPr/>
        </p:nvSpPr>
        <p:spPr>
          <a:xfrm>
            <a:off x="10387561" y="4813685"/>
            <a:ext cx="3077602" cy="3078156"/>
          </a:xfrm>
          <a:prstGeom prst="roundRect">
            <a:avLst>
              <a:gd fmla="val 1247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6" name="Google Shape;186;p11"/>
          <p:cNvPicPr preferRelativeResize="0"/>
          <p:nvPr/>
        </p:nvPicPr>
        <p:blipFill rotWithShape="1">
          <a:blip r:embed="rId5">
            <a:alphaModFix/>
          </a:blip>
          <a:srcRect b="0" l="0" r="0" t="0"/>
          <a:stretch/>
        </p:blipFill>
        <p:spPr>
          <a:xfrm>
            <a:off x="10997100" y="5956777"/>
            <a:ext cx="1866713" cy="800164"/>
          </a:xfrm>
          <a:prstGeom prst="rect">
            <a:avLst/>
          </a:prstGeom>
          <a:noFill/>
          <a:ln>
            <a:noFill/>
          </a:ln>
        </p:spPr>
      </p:pic>
      <p:pic>
        <p:nvPicPr>
          <p:cNvPr descr="preencoded.png" id="187" name="Google Shape;187;p11"/>
          <p:cNvPicPr preferRelativeResize="0"/>
          <p:nvPr/>
        </p:nvPicPr>
        <p:blipFill rotWithShape="1">
          <a:blip r:embed="rId6">
            <a:alphaModFix/>
          </a:blip>
          <a:srcRect b="0" l="0" r="0" t="0"/>
          <a:stretch/>
        </p:blipFill>
        <p:spPr>
          <a:xfrm>
            <a:off x="12681120" y="6126936"/>
            <a:ext cx="171681" cy="106697"/>
          </a:xfrm>
          <a:prstGeom prst="rect">
            <a:avLst/>
          </a:prstGeom>
          <a:noFill/>
          <a:ln>
            <a:noFill/>
          </a:ln>
        </p:spPr>
      </p:pic>
      <p:sp>
        <p:nvSpPr>
          <p:cNvPr id="188" name="Google Shape;188;p11"/>
          <p:cNvSpPr/>
          <p:nvPr/>
        </p:nvSpPr>
        <p:spPr>
          <a:xfrm>
            <a:off x="15073393" y="4813685"/>
            <a:ext cx="3077602" cy="3078156"/>
          </a:xfrm>
          <a:prstGeom prst="roundRect">
            <a:avLst>
              <a:gd fmla="val 12479" name="adj"/>
            </a:avLst>
          </a:prstGeom>
          <a:solidFill>
            <a:srgbClr val="3E1C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9" name="Google Shape;189;p11"/>
          <p:cNvPicPr preferRelativeResize="0"/>
          <p:nvPr/>
        </p:nvPicPr>
        <p:blipFill rotWithShape="1">
          <a:blip r:embed="rId7">
            <a:alphaModFix/>
          </a:blip>
          <a:srcRect b="0" l="0" r="0" t="0"/>
          <a:stretch/>
        </p:blipFill>
        <p:spPr>
          <a:xfrm>
            <a:off x="15682932" y="5956777"/>
            <a:ext cx="1866713" cy="800164"/>
          </a:xfrm>
          <a:prstGeom prst="rect">
            <a:avLst/>
          </a:prstGeom>
          <a:noFill/>
          <a:ln>
            <a:noFill/>
          </a:ln>
        </p:spPr>
      </p:pic>
      <p:pic>
        <p:nvPicPr>
          <p:cNvPr descr="preencoded.png" id="190" name="Google Shape;190;p11"/>
          <p:cNvPicPr preferRelativeResize="0"/>
          <p:nvPr/>
        </p:nvPicPr>
        <p:blipFill rotWithShape="1">
          <a:blip r:embed="rId8">
            <a:alphaModFix/>
          </a:blip>
          <a:srcRect b="0" l="0" r="0" t="0"/>
          <a:stretch/>
        </p:blipFill>
        <p:spPr>
          <a:xfrm>
            <a:off x="17366952" y="6126936"/>
            <a:ext cx="171681" cy="10669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pic>
        <p:nvPicPr>
          <p:cNvPr descr="preencoded.png" id="196" name="Google Shape;196;p12"/>
          <p:cNvPicPr preferRelativeResize="0"/>
          <p:nvPr/>
        </p:nvPicPr>
        <p:blipFill rotWithShape="1">
          <a:blip r:embed="rId3">
            <a:alphaModFix/>
          </a:blip>
          <a:srcRect b="0" l="0" r="0" t="0"/>
          <a:stretch/>
        </p:blipFill>
        <p:spPr>
          <a:xfrm>
            <a:off x="0" y="0"/>
            <a:ext cx="20317968" cy="12701016"/>
          </a:xfrm>
          <a:prstGeom prst="rect">
            <a:avLst/>
          </a:prstGeom>
          <a:noFill/>
          <a:ln>
            <a:noFill/>
          </a:ln>
        </p:spPr>
      </p:pic>
      <p:sp>
        <p:nvSpPr>
          <p:cNvPr id="197" name="Google Shape;197;p12"/>
          <p:cNvSpPr/>
          <p:nvPr/>
        </p:nvSpPr>
        <p:spPr>
          <a:xfrm>
            <a:off x="736526" y="533443"/>
            <a:ext cx="377575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PROJECT STYLE GUIDELINES</a:t>
            </a:r>
            <a:endParaRPr b="0" i="0" sz="1600" u="none" cap="none" strike="noStrike">
              <a:solidFill>
                <a:schemeClr val="dk1"/>
              </a:solidFill>
              <a:latin typeface="Calibri"/>
              <a:ea typeface="Calibri"/>
              <a:cs typeface="Calibri"/>
              <a:sym typeface="Calibri"/>
            </a:endParaRPr>
          </a:p>
        </p:txBody>
      </p:sp>
      <p:sp>
        <p:nvSpPr>
          <p:cNvPr id="198" name="Google Shape;198;p12"/>
          <p:cNvSpPr/>
          <p:nvPr/>
        </p:nvSpPr>
        <p:spPr>
          <a:xfrm>
            <a:off x="609539" y="11964357"/>
            <a:ext cx="2074126"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BRAND COLORS</a:t>
            </a:r>
            <a:endParaRPr b="0" i="0" sz="1600" u="none" cap="none" strike="noStrike">
              <a:solidFill>
                <a:schemeClr val="dk1"/>
              </a:solidFill>
              <a:latin typeface="Calibri"/>
              <a:ea typeface="Calibri"/>
              <a:cs typeface="Calibri"/>
              <a:sym typeface="Calibri"/>
            </a:endParaRPr>
          </a:p>
        </p:txBody>
      </p:sp>
      <p:sp>
        <p:nvSpPr>
          <p:cNvPr id="199" name="Google Shape;199;p12"/>
          <p:cNvSpPr/>
          <p:nvPr/>
        </p:nvSpPr>
        <p:spPr>
          <a:xfrm>
            <a:off x="304770" y="4204036"/>
            <a:ext cx="19708429" cy="42929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
          <p:cNvSpPr/>
          <p:nvPr/>
        </p:nvSpPr>
        <p:spPr>
          <a:xfrm>
            <a:off x="-541812" y="4204036"/>
            <a:ext cx="8999167" cy="338693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US" sz="20000" u="none" cap="none" strike="noStrike">
                <a:solidFill>
                  <a:srgbClr val="000000"/>
                </a:solidFill>
                <a:latin typeface="Manrope"/>
                <a:ea typeface="Manrope"/>
                <a:cs typeface="Manrope"/>
                <a:sym typeface="Manrope"/>
              </a:rPr>
              <a:t>04</a:t>
            </a:r>
            <a:endParaRPr b="0" i="0" sz="20000" u="none" cap="none" strike="noStrike">
              <a:solidFill>
                <a:schemeClr val="dk1"/>
              </a:solidFill>
              <a:latin typeface="Calibri"/>
              <a:ea typeface="Calibri"/>
              <a:cs typeface="Calibri"/>
              <a:sym typeface="Calibri"/>
            </a:endParaRPr>
          </a:p>
        </p:txBody>
      </p:sp>
      <p:sp>
        <p:nvSpPr>
          <p:cNvPr id="201" name="Google Shape;201;p12"/>
          <p:cNvSpPr/>
          <p:nvPr/>
        </p:nvSpPr>
        <p:spPr>
          <a:xfrm>
            <a:off x="5257274" y="6972858"/>
            <a:ext cx="15263873" cy="2032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2000" u="none" cap="none" strike="noStrike">
                <a:solidFill>
                  <a:srgbClr val="000000"/>
                </a:solidFill>
                <a:latin typeface="Manrope"/>
                <a:ea typeface="Manrope"/>
                <a:cs typeface="Manrope"/>
                <a:sym typeface="Manrope"/>
              </a:rPr>
              <a:t>Brand Colors</a:t>
            </a:r>
            <a:endParaRPr b="0" i="0" sz="12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06" name="Shape 206"/>
        <p:cNvGrpSpPr/>
        <p:nvPr/>
      </p:nvGrpSpPr>
      <p:grpSpPr>
        <a:xfrm>
          <a:off x="0" y="0"/>
          <a:ext cx="0" cy="0"/>
          <a:chOff x="0" y="0"/>
          <a:chExt cx="0" cy="0"/>
        </a:xfrm>
      </p:grpSpPr>
      <p:pic>
        <p:nvPicPr>
          <p:cNvPr descr="preencoded.png" id="207" name="Google Shape;207;p13"/>
          <p:cNvPicPr preferRelativeResize="0"/>
          <p:nvPr/>
        </p:nvPicPr>
        <p:blipFill rotWithShape="1">
          <a:blip r:embed="rId3">
            <a:alphaModFix/>
          </a:blip>
          <a:srcRect b="0" l="0" r="0" t="0"/>
          <a:stretch/>
        </p:blipFill>
        <p:spPr>
          <a:xfrm>
            <a:off x="0" y="0"/>
            <a:ext cx="20317968" cy="12701016"/>
          </a:xfrm>
          <a:prstGeom prst="rect">
            <a:avLst/>
          </a:prstGeom>
          <a:noFill/>
          <a:ln>
            <a:noFill/>
          </a:ln>
        </p:spPr>
      </p:pic>
      <p:pic>
        <p:nvPicPr>
          <p:cNvPr descr="preencoded.png" id="208" name="Google Shape;208;p13"/>
          <p:cNvPicPr preferRelativeResize="0"/>
          <p:nvPr/>
        </p:nvPicPr>
        <p:blipFill rotWithShape="1">
          <a:blip r:embed="rId4">
            <a:alphaModFix/>
          </a:blip>
          <a:srcRect b="0" l="0" r="0" t="0"/>
          <a:stretch/>
        </p:blipFill>
        <p:spPr>
          <a:xfrm>
            <a:off x="304770" y="1270102"/>
            <a:ext cx="8152585" cy="10160813"/>
          </a:xfrm>
          <a:prstGeom prst="rect">
            <a:avLst/>
          </a:prstGeom>
          <a:noFill/>
          <a:ln>
            <a:noFill/>
          </a:ln>
        </p:spPr>
      </p:pic>
      <p:pic>
        <p:nvPicPr>
          <p:cNvPr descr="preencoded.png" id="209" name="Google Shape;209;p13"/>
          <p:cNvPicPr preferRelativeResize="0"/>
          <p:nvPr/>
        </p:nvPicPr>
        <p:blipFill rotWithShape="1">
          <a:blip r:embed="rId5">
            <a:alphaModFix/>
          </a:blip>
          <a:srcRect b="0" l="0" r="0" t="0"/>
          <a:stretch/>
        </p:blipFill>
        <p:spPr>
          <a:xfrm>
            <a:off x="4190581" y="0"/>
            <a:ext cx="9648939" cy="8500596"/>
          </a:xfrm>
          <a:prstGeom prst="rect">
            <a:avLst/>
          </a:prstGeom>
          <a:noFill/>
          <a:ln>
            <a:noFill/>
          </a:ln>
        </p:spPr>
      </p:pic>
      <p:pic>
        <p:nvPicPr>
          <p:cNvPr descr="preencoded.png" id="210" name="Google Shape;210;p13"/>
          <p:cNvPicPr preferRelativeResize="0"/>
          <p:nvPr/>
        </p:nvPicPr>
        <p:blipFill rotWithShape="1">
          <a:blip r:embed="rId6">
            <a:alphaModFix/>
          </a:blip>
          <a:srcRect b="0" l="0" r="0" t="0"/>
          <a:stretch/>
        </p:blipFill>
        <p:spPr>
          <a:xfrm>
            <a:off x="6490192" y="4200419"/>
            <a:ext cx="9648939" cy="8500596"/>
          </a:xfrm>
          <a:prstGeom prst="rect">
            <a:avLst/>
          </a:prstGeom>
          <a:noFill/>
          <a:ln>
            <a:noFill/>
          </a:ln>
        </p:spPr>
      </p:pic>
      <p:sp>
        <p:nvSpPr>
          <p:cNvPr id="211" name="Google Shape;211;p13"/>
          <p:cNvSpPr/>
          <p:nvPr/>
        </p:nvSpPr>
        <p:spPr>
          <a:xfrm>
            <a:off x="6730327" y="5270922"/>
            <a:ext cx="6857314" cy="216281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3"/>
          <p:cNvSpPr/>
          <p:nvPr/>
        </p:nvSpPr>
        <p:spPr>
          <a:xfrm>
            <a:off x="6594874" y="5270922"/>
            <a:ext cx="7128220" cy="829800"/>
          </a:xfrm>
          <a:prstGeom prst="rect">
            <a:avLst/>
          </a:prstGeom>
          <a:noFill/>
          <a:ln>
            <a:noFill/>
          </a:ln>
        </p:spPr>
        <p:txBody>
          <a:bodyPr anchorCtr="0" anchor="t" bIns="0" lIns="0" spcFirstLastPara="1" rIns="0" wrap="square" tIns="0">
            <a:noAutofit/>
          </a:bodyPr>
          <a:lstStyle/>
          <a:p>
            <a:pPr indent="0" lvl="0" marL="0" marR="0" rtl="0" algn="ctr">
              <a:lnSpc>
                <a:spcPct val="91921"/>
              </a:lnSpc>
              <a:spcBef>
                <a:spcPts val="0"/>
              </a:spcBef>
              <a:spcAft>
                <a:spcPts val="0"/>
              </a:spcAft>
              <a:buNone/>
            </a:pPr>
            <a:r>
              <a:rPr b="1" i="0" lang="en-US" sz="6400" u="none" cap="none" strike="noStrike">
                <a:solidFill>
                  <a:srgbClr val="3E1C96"/>
                </a:solidFill>
                <a:latin typeface="Manrope"/>
                <a:ea typeface="Manrope"/>
                <a:cs typeface="Manrope"/>
                <a:sym typeface="Manrope"/>
              </a:rPr>
              <a:t>Arya Kagathara</a:t>
            </a:r>
            <a:endParaRPr b="0" i="0" sz="6400" u="none" cap="none" strike="noStrike">
              <a:solidFill>
                <a:schemeClr val="dk1"/>
              </a:solidFill>
              <a:latin typeface="Calibri"/>
              <a:ea typeface="Calibri"/>
              <a:cs typeface="Calibri"/>
              <a:sym typeface="Calibri"/>
            </a:endParaRPr>
          </a:p>
        </p:txBody>
      </p:sp>
      <p:sp>
        <p:nvSpPr>
          <p:cNvPr id="213" name="Google Shape;213;p13"/>
          <p:cNvSpPr/>
          <p:nvPr/>
        </p:nvSpPr>
        <p:spPr>
          <a:xfrm>
            <a:off x="6730327" y="6337807"/>
            <a:ext cx="6857314" cy="10959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3"/>
          <p:cNvSpPr/>
          <p:nvPr/>
        </p:nvSpPr>
        <p:spPr>
          <a:xfrm>
            <a:off x="6668601" y="6337807"/>
            <a:ext cx="6980766" cy="614284"/>
          </a:xfrm>
          <a:prstGeom prst="rect">
            <a:avLst/>
          </a:prstGeom>
          <a:noFill/>
          <a:ln>
            <a:noFill/>
          </a:ln>
        </p:spPr>
        <p:txBody>
          <a:bodyPr anchorCtr="0" anchor="t" bIns="0" lIns="0" spcFirstLastPara="1" rIns="0" wrap="square" tIns="0">
            <a:noAutofit/>
          </a:bodyPr>
          <a:lstStyle/>
          <a:p>
            <a:pPr indent="0" lvl="0" marL="0" marR="0" rtl="0" algn="ctr">
              <a:lnSpc>
                <a:spcPct val="49034"/>
              </a:lnSpc>
              <a:spcBef>
                <a:spcPts val="0"/>
              </a:spcBef>
              <a:spcAft>
                <a:spcPts val="0"/>
              </a:spcAft>
              <a:buNone/>
            </a:pPr>
            <a:r>
              <a:rPr b="0" i="0" lang="en-US" sz="2900" u="none" cap="none" strike="noStrike">
                <a:solidFill>
                  <a:srgbClr val="000000"/>
                </a:solidFill>
                <a:latin typeface="Manrope"/>
                <a:ea typeface="Manrope"/>
                <a:cs typeface="Manrope"/>
                <a:sym typeface="Manrope"/>
              </a:rPr>
              <a:t>iamaryak27@gmail.com</a:t>
            </a:r>
            <a:endParaRPr b="0" i="0" sz="2916" u="none" cap="none" strike="noStrike">
              <a:solidFill>
                <a:schemeClr val="dk1"/>
              </a:solidFill>
              <a:latin typeface="Calibri"/>
              <a:ea typeface="Calibri"/>
              <a:cs typeface="Calibri"/>
              <a:sym typeface="Calibri"/>
            </a:endParaRPr>
          </a:p>
        </p:txBody>
      </p:sp>
      <p:sp>
        <p:nvSpPr>
          <p:cNvPr id="215" name="Google Shape;215;p13"/>
          <p:cNvSpPr/>
          <p:nvPr/>
        </p:nvSpPr>
        <p:spPr>
          <a:xfrm>
            <a:off x="6668601" y="6942926"/>
            <a:ext cx="6980766" cy="614284"/>
          </a:xfrm>
          <a:prstGeom prst="rect">
            <a:avLst/>
          </a:prstGeom>
          <a:noFill/>
          <a:ln>
            <a:noFill/>
          </a:ln>
        </p:spPr>
        <p:txBody>
          <a:bodyPr anchorCtr="0" anchor="t" bIns="0" lIns="0" spcFirstLastPara="1" rIns="0" wrap="square" tIns="0">
            <a:noAutofit/>
          </a:bodyPr>
          <a:lstStyle/>
          <a:p>
            <a:pPr indent="0" lvl="0" marL="0" marR="0" rtl="0" algn="ctr">
              <a:lnSpc>
                <a:spcPct val="49034"/>
              </a:lnSpc>
              <a:spcBef>
                <a:spcPts val="0"/>
              </a:spcBef>
              <a:spcAft>
                <a:spcPts val="0"/>
              </a:spcAft>
              <a:buNone/>
            </a:pPr>
            <a:r>
              <a:rPr b="0" i="0" lang="en-US" sz="2900" u="none" cap="none" strike="noStrike">
                <a:solidFill>
                  <a:srgbClr val="000000"/>
                </a:solidFill>
                <a:latin typeface="Manrope"/>
                <a:ea typeface="Manrope"/>
                <a:cs typeface="Manrope"/>
                <a:sym typeface="Manrope"/>
              </a:rPr>
              <a:t>+91 9687379447</a:t>
            </a:r>
            <a:endParaRPr b="0" i="0" sz="2916" u="none" cap="none" strike="noStrike">
              <a:solidFill>
                <a:schemeClr val="dk1"/>
              </a:solidFill>
              <a:latin typeface="Calibri"/>
              <a:ea typeface="Calibri"/>
              <a:cs typeface="Calibri"/>
              <a:sym typeface="Calibri"/>
            </a:endParaRPr>
          </a:p>
        </p:txBody>
      </p:sp>
      <p:pic>
        <p:nvPicPr>
          <p:cNvPr descr="preencoded.png" id="216" name="Google Shape;216;p13"/>
          <p:cNvPicPr preferRelativeResize="0"/>
          <p:nvPr/>
        </p:nvPicPr>
        <p:blipFill rotWithShape="1">
          <a:blip r:embed="rId7">
            <a:alphaModFix/>
          </a:blip>
          <a:srcRect b="0" l="0" r="0" t="0"/>
          <a:stretch/>
        </p:blipFill>
        <p:spPr>
          <a:xfrm>
            <a:off x="304770" y="11430914"/>
            <a:ext cx="19708429" cy="1270102"/>
          </a:xfrm>
          <a:prstGeom prst="rect">
            <a:avLst/>
          </a:prstGeom>
          <a:noFill/>
          <a:ln>
            <a:noFill/>
          </a:ln>
        </p:spPr>
      </p:pic>
      <p:pic>
        <p:nvPicPr>
          <p:cNvPr descr="preencoded.png" id="217" name="Google Shape;217;p13"/>
          <p:cNvPicPr preferRelativeResize="0"/>
          <p:nvPr/>
        </p:nvPicPr>
        <p:blipFill rotWithShape="1">
          <a:blip r:embed="rId8">
            <a:alphaModFix/>
          </a:blip>
          <a:srcRect b="0" l="0" r="0" t="0"/>
          <a:stretch/>
        </p:blipFill>
        <p:spPr>
          <a:xfrm>
            <a:off x="304770" y="11430914"/>
            <a:ext cx="19708429" cy="1270102"/>
          </a:xfrm>
          <a:prstGeom prst="rect">
            <a:avLst/>
          </a:prstGeom>
          <a:noFill/>
          <a:ln>
            <a:noFill/>
          </a:ln>
        </p:spPr>
      </p:pic>
      <p:sp>
        <p:nvSpPr>
          <p:cNvPr id="218" name="Google Shape;218;p13"/>
          <p:cNvSpPr/>
          <p:nvPr/>
        </p:nvSpPr>
        <p:spPr>
          <a:xfrm>
            <a:off x="609539" y="11964357"/>
            <a:ext cx="1248708" cy="2709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Manrope"/>
                <a:ea typeface="Manrope"/>
                <a:cs typeface="Manrope"/>
                <a:sym typeface="Manrope"/>
              </a:rPr>
              <a:t>CREATOR</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2022-11-15T06:13:33Z</dcterms:created>
  <dc:creator>PptxGenJS</dc:creator>
</cp:coreProperties>
</file>