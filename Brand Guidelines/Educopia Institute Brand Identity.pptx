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Caveat"/>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aveat-bold.fntdata"/><Relationship Id="rId16" Type="http://schemas.openxmlformats.org/officeDocument/2006/relationships/font" Target="fonts/Cavea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bb1fbcce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bb1fbcce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bb2b41348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bb2b41348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bb2b41267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bb2b41267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bb1fbccef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bb1fbccef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bb2b41267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bb2b41267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b2b41267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b2b41267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bb2b41267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bb2b41267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bb2b41267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bb2b41267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bb1fbccef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bb1fbccef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drive.google.com/file/d/1CaVTwqUBJUeTGsmsovpNrBU4z_cmLOr6/view" TargetMode="External"/><Relationship Id="rId4" Type="http://schemas.openxmlformats.org/officeDocument/2006/relationships/image" Target="../media/image20.jp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857500" y="1681163"/>
            <a:ext cx="3429000" cy="1781175"/>
          </a:xfrm>
          <a:prstGeom prst="rect">
            <a:avLst/>
          </a:prstGeom>
          <a:noFill/>
          <a:ln>
            <a:noFill/>
          </a:ln>
        </p:spPr>
      </p:pic>
      <p:pic>
        <p:nvPicPr>
          <p:cNvPr id="55" name="Google Shape;55;p13"/>
          <p:cNvPicPr preferRelativeResize="0"/>
          <p:nvPr/>
        </p:nvPicPr>
        <p:blipFill>
          <a:blip r:embed="rId4">
            <a:alphaModFix amt="6000"/>
          </a:blip>
          <a:stretch>
            <a:fillRect/>
          </a:stretch>
        </p:blipFill>
        <p:spPr>
          <a:xfrm rot="7043520">
            <a:off x="8234765" y="4268532"/>
            <a:ext cx="438921" cy="801140"/>
          </a:xfrm>
          <a:prstGeom prst="rect">
            <a:avLst/>
          </a:prstGeom>
          <a:noFill/>
          <a:ln>
            <a:noFill/>
          </a:ln>
        </p:spPr>
      </p:pic>
      <p:sp>
        <p:nvSpPr>
          <p:cNvPr id="56" name="Google Shape;56;p13"/>
          <p:cNvSpPr txBox="1"/>
          <p:nvPr/>
        </p:nvSpPr>
        <p:spPr>
          <a:xfrm>
            <a:off x="7623300" y="3905050"/>
            <a:ext cx="115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1"/>
                </a:solidFill>
                <a:latin typeface="Caveat"/>
                <a:ea typeface="Caveat"/>
                <a:cs typeface="Caveat"/>
                <a:sym typeface="Caveat"/>
              </a:rPr>
              <a:t>Click to new slide</a:t>
            </a:r>
            <a:r>
              <a:rPr b="1" lang="en" sz="1300">
                <a:solidFill>
                  <a:schemeClr val="dk1"/>
                </a:solidFill>
                <a:latin typeface="Caveat"/>
                <a:ea typeface="Caveat"/>
                <a:cs typeface="Caveat"/>
                <a:sym typeface="Caveat"/>
              </a:rPr>
              <a:t> </a:t>
            </a:r>
            <a:endParaRPr b="1" sz="1300">
              <a:solidFill>
                <a:schemeClr val="dk1"/>
              </a:solidFill>
              <a:latin typeface="Caveat"/>
              <a:ea typeface="Caveat"/>
              <a:cs typeface="Caveat"/>
              <a:sym typeface="Caveat"/>
            </a:endParaRPr>
          </a:p>
        </p:txBody>
      </p:sp>
      <p:sp>
        <p:nvSpPr>
          <p:cNvPr id="57" name="Google Shape;57;p13"/>
          <p:cNvSpPr txBox="1"/>
          <p:nvPr/>
        </p:nvSpPr>
        <p:spPr>
          <a:xfrm>
            <a:off x="2584200" y="4107100"/>
            <a:ext cx="3975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rPr>
              <a:t>SAMPLE BRAND GUIDELINES</a:t>
            </a:r>
            <a:endParaRPr b="1" sz="1800">
              <a:solidFill>
                <a:schemeClr val="dk1"/>
              </a:solidFill>
            </a:endParaRPr>
          </a:p>
        </p:txBody>
      </p:sp>
      <p:pic>
        <p:nvPicPr>
          <p:cNvPr id="58" name="Google Shape;58;p13"/>
          <p:cNvPicPr preferRelativeResize="0"/>
          <p:nvPr/>
        </p:nvPicPr>
        <p:blipFill>
          <a:blip r:embed="rId4">
            <a:alphaModFix/>
          </a:blip>
          <a:stretch>
            <a:fillRect/>
          </a:stretch>
        </p:blipFill>
        <p:spPr>
          <a:xfrm rot="2699832">
            <a:off x="3671529" y="4391082"/>
            <a:ext cx="262150" cy="478491"/>
          </a:xfrm>
          <a:prstGeom prst="rect">
            <a:avLst/>
          </a:prstGeom>
          <a:noFill/>
          <a:ln>
            <a:noFill/>
          </a:ln>
        </p:spPr>
      </p:pic>
      <p:sp>
        <p:nvSpPr>
          <p:cNvPr id="59" name="Google Shape;59;p13"/>
          <p:cNvSpPr txBox="1"/>
          <p:nvPr/>
        </p:nvSpPr>
        <p:spPr>
          <a:xfrm>
            <a:off x="3073800" y="4443500"/>
            <a:ext cx="52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ACD0"/>
                </a:solidFill>
                <a:latin typeface="Caveat"/>
                <a:ea typeface="Caveat"/>
                <a:cs typeface="Caveat"/>
                <a:sym typeface="Caveat"/>
              </a:rPr>
              <a:t>New</a:t>
            </a:r>
            <a:endParaRPr b="1" sz="1800">
              <a:solidFill>
                <a:srgbClr val="00ACD0"/>
              </a:solidFill>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998300" y="2053195"/>
            <a:ext cx="1996575" cy="1037100"/>
          </a:xfrm>
          <a:prstGeom prst="rect">
            <a:avLst/>
          </a:prstGeom>
          <a:noFill/>
          <a:ln>
            <a:noFill/>
          </a:ln>
        </p:spPr>
      </p:pic>
      <p:pic>
        <p:nvPicPr>
          <p:cNvPr id="65" name="Google Shape;65;p14"/>
          <p:cNvPicPr preferRelativeResize="0"/>
          <p:nvPr/>
        </p:nvPicPr>
        <p:blipFill>
          <a:blip r:embed="rId4">
            <a:alphaModFix/>
          </a:blip>
          <a:stretch>
            <a:fillRect/>
          </a:stretch>
        </p:blipFill>
        <p:spPr>
          <a:xfrm rot="-9000000">
            <a:off x="1544525" y="677750"/>
            <a:ext cx="643675" cy="1174874"/>
          </a:xfrm>
          <a:prstGeom prst="rect">
            <a:avLst/>
          </a:prstGeom>
          <a:noFill/>
          <a:ln>
            <a:noFill/>
          </a:ln>
        </p:spPr>
      </p:pic>
      <p:sp>
        <p:nvSpPr>
          <p:cNvPr id="66" name="Google Shape;66;p14"/>
          <p:cNvSpPr txBox="1"/>
          <p:nvPr/>
        </p:nvSpPr>
        <p:spPr>
          <a:xfrm>
            <a:off x="2482000" y="595525"/>
            <a:ext cx="4461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Caveat"/>
                <a:ea typeface="Caveat"/>
                <a:cs typeface="Caveat"/>
                <a:sym typeface="Caveat"/>
              </a:rPr>
              <a:t>Old </a:t>
            </a:r>
            <a:endParaRPr b="1" sz="3000">
              <a:solidFill>
                <a:schemeClr val="dk1"/>
              </a:solidFill>
              <a:latin typeface="Caveat"/>
              <a:ea typeface="Caveat"/>
              <a:cs typeface="Caveat"/>
              <a:sym typeface="Caveat"/>
            </a:endParaRPr>
          </a:p>
        </p:txBody>
      </p:sp>
      <p:pic>
        <p:nvPicPr>
          <p:cNvPr id="67" name="Google Shape;67;p14"/>
          <p:cNvPicPr preferRelativeResize="0"/>
          <p:nvPr/>
        </p:nvPicPr>
        <p:blipFill>
          <a:blip r:embed="rId4">
            <a:alphaModFix/>
          </a:blip>
          <a:stretch>
            <a:fillRect/>
          </a:stretch>
        </p:blipFill>
        <p:spPr>
          <a:xfrm rot="1800000">
            <a:off x="5885725" y="3145825"/>
            <a:ext cx="643675" cy="1174876"/>
          </a:xfrm>
          <a:prstGeom prst="rect">
            <a:avLst/>
          </a:prstGeom>
          <a:noFill/>
          <a:ln>
            <a:noFill/>
          </a:ln>
        </p:spPr>
      </p:pic>
      <p:sp>
        <p:nvSpPr>
          <p:cNvPr id="68" name="Google Shape;68;p14"/>
          <p:cNvSpPr txBox="1"/>
          <p:nvPr/>
        </p:nvSpPr>
        <p:spPr>
          <a:xfrm>
            <a:off x="4802300" y="3681700"/>
            <a:ext cx="4461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Caveat"/>
                <a:ea typeface="Caveat"/>
                <a:cs typeface="Caveat"/>
                <a:sym typeface="Caveat"/>
              </a:rPr>
              <a:t>New</a:t>
            </a:r>
            <a:r>
              <a:rPr b="1" lang="en" sz="3000">
                <a:solidFill>
                  <a:schemeClr val="dk1"/>
                </a:solidFill>
                <a:latin typeface="Caveat"/>
                <a:ea typeface="Caveat"/>
                <a:cs typeface="Caveat"/>
                <a:sym typeface="Caveat"/>
              </a:rPr>
              <a:t> </a:t>
            </a:r>
            <a:endParaRPr b="1" sz="3000">
              <a:solidFill>
                <a:schemeClr val="dk1"/>
              </a:solidFill>
              <a:latin typeface="Caveat"/>
              <a:ea typeface="Caveat"/>
              <a:cs typeface="Caveat"/>
              <a:sym typeface="Caveat"/>
            </a:endParaRPr>
          </a:p>
        </p:txBody>
      </p:sp>
      <p:pic>
        <p:nvPicPr>
          <p:cNvPr id="69" name="Google Shape;69;p14"/>
          <p:cNvPicPr preferRelativeResize="0"/>
          <p:nvPr/>
        </p:nvPicPr>
        <p:blipFill>
          <a:blip r:embed="rId5">
            <a:alphaModFix/>
          </a:blip>
          <a:stretch>
            <a:fillRect/>
          </a:stretch>
        </p:blipFill>
        <p:spPr>
          <a:xfrm>
            <a:off x="5546100" y="1880324"/>
            <a:ext cx="2516925" cy="1163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55A8"/>
        </a:solidFill>
      </p:bgPr>
    </p:bg>
    <p:spTree>
      <p:nvGrpSpPr>
        <p:cNvPr id="73" name="Shape 73"/>
        <p:cNvGrpSpPr/>
        <p:nvPr/>
      </p:nvGrpSpPr>
      <p:grpSpPr>
        <a:xfrm>
          <a:off x="0" y="0"/>
          <a:ext cx="0" cy="0"/>
          <a:chOff x="0" y="0"/>
          <a:chExt cx="0" cy="0"/>
        </a:xfrm>
      </p:grpSpPr>
      <p:pic>
        <p:nvPicPr>
          <p:cNvPr id="74" name="Google Shape;74;p15"/>
          <p:cNvPicPr preferRelativeResize="0"/>
          <p:nvPr/>
        </p:nvPicPr>
        <p:blipFill>
          <a:blip r:embed="rId3">
            <a:alphaModFix/>
          </a:blip>
          <a:stretch>
            <a:fillRect/>
          </a:stretch>
        </p:blipFill>
        <p:spPr>
          <a:xfrm>
            <a:off x="749725" y="918375"/>
            <a:ext cx="2759325" cy="2594051"/>
          </a:xfrm>
          <a:prstGeom prst="rect">
            <a:avLst/>
          </a:prstGeom>
          <a:noFill/>
          <a:ln>
            <a:noFill/>
          </a:ln>
        </p:spPr>
      </p:pic>
      <p:grpSp>
        <p:nvGrpSpPr>
          <p:cNvPr id="75" name="Google Shape;75;p15"/>
          <p:cNvGrpSpPr/>
          <p:nvPr/>
        </p:nvGrpSpPr>
        <p:grpSpPr>
          <a:xfrm>
            <a:off x="4333050" y="788513"/>
            <a:ext cx="4173600" cy="1477500"/>
            <a:chOff x="4572000" y="1746988"/>
            <a:chExt cx="4173600" cy="1477500"/>
          </a:xfrm>
        </p:grpSpPr>
        <p:sp>
          <p:nvSpPr>
            <p:cNvPr id="76" name="Google Shape;76;p15"/>
            <p:cNvSpPr txBox="1"/>
            <p:nvPr/>
          </p:nvSpPr>
          <p:spPr>
            <a:xfrm>
              <a:off x="4572000" y="2116288"/>
              <a:ext cx="4173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It reflects the spirit of giving, collaboration, and shared responsibility. The choice of a human hand underscores our commitment to making a tangible, positive impact within the communities we serve, embodying the essence of empathy and collective well-being</a:t>
              </a:r>
              <a:endParaRPr sz="1200">
                <a:solidFill>
                  <a:schemeClr val="lt1"/>
                </a:solidFill>
              </a:endParaRPr>
            </a:p>
          </p:txBody>
        </p:sp>
        <p:sp>
          <p:nvSpPr>
            <p:cNvPr id="77" name="Google Shape;77;p15"/>
            <p:cNvSpPr txBox="1"/>
            <p:nvPr/>
          </p:nvSpPr>
          <p:spPr>
            <a:xfrm>
              <a:off x="4572000" y="1746988"/>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rPr>
                <a:t>Humanity &amp; Community</a:t>
              </a:r>
              <a:endParaRPr b="1" sz="1900"/>
            </a:p>
          </p:txBody>
        </p:sp>
      </p:grpSp>
      <p:pic>
        <p:nvPicPr>
          <p:cNvPr id="78" name="Google Shape;78;p15"/>
          <p:cNvPicPr preferRelativeResize="0"/>
          <p:nvPr/>
        </p:nvPicPr>
        <p:blipFill>
          <a:blip r:embed="rId4">
            <a:alphaModFix/>
          </a:blip>
          <a:stretch>
            <a:fillRect/>
          </a:stretch>
        </p:blipFill>
        <p:spPr>
          <a:xfrm rot="3600103">
            <a:off x="3812540" y="1929981"/>
            <a:ext cx="343096" cy="898989"/>
          </a:xfrm>
          <a:prstGeom prst="rect">
            <a:avLst/>
          </a:prstGeom>
          <a:noFill/>
          <a:ln>
            <a:noFill/>
          </a:ln>
          <a:effectLst>
            <a:outerShdw blurRad="57150" rotWithShape="0" algn="bl" dir="5400000" dist="19050">
              <a:srgbClr val="000000">
                <a:alpha val="50000"/>
              </a:srgbClr>
            </a:outerShdw>
          </a:effectLst>
        </p:spPr>
      </p:pic>
      <p:sp>
        <p:nvSpPr>
          <p:cNvPr id="79" name="Google Shape;79;p15"/>
          <p:cNvSpPr txBox="1"/>
          <p:nvPr/>
        </p:nvSpPr>
        <p:spPr>
          <a:xfrm>
            <a:off x="3701850" y="1834925"/>
            <a:ext cx="63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veat"/>
                <a:ea typeface="Caveat"/>
                <a:cs typeface="Caveat"/>
                <a:sym typeface="Caveat"/>
              </a:rPr>
              <a:t>Icon</a:t>
            </a:r>
            <a:r>
              <a:rPr b="1" lang="en" sz="1600">
                <a:solidFill>
                  <a:schemeClr val="lt1"/>
                </a:solidFill>
                <a:latin typeface="Caveat"/>
                <a:ea typeface="Caveat"/>
                <a:cs typeface="Caveat"/>
                <a:sym typeface="Caveat"/>
              </a:rPr>
              <a:t> </a:t>
            </a:r>
            <a:endParaRPr b="1" sz="1600">
              <a:solidFill>
                <a:schemeClr val="lt1"/>
              </a:solidFill>
              <a:latin typeface="Caveat"/>
              <a:ea typeface="Caveat"/>
              <a:cs typeface="Caveat"/>
              <a:sym typeface="Caveat"/>
            </a:endParaRPr>
          </a:p>
        </p:txBody>
      </p:sp>
      <p:grpSp>
        <p:nvGrpSpPr>
          <p:cNvPr id="80" name="Google Shape;80;p15"/>
          <p:cNvGrpSpPr/>
          <p:nvPr/>
        </p:nvGrpSpPr>
        <p:grpSpPr>
          <a:xfrm>
            <a:off x="4459125" y="2714813"/>
            <a:ext cx="4173600" cy="2031600"/>
            <a:chOff x="4572000" y="1746988"/>
            <a:chExt cx="4173600" cy="2031600"/>
          </a:xfrm>
        </p:grpSpPr>
        <p:sp>
          <p:nvSpPr>
            <p:cNvPr id="81" name="Google Shape;81;p15"/>
            <p:cNvSpPr txBox="1"/>
            <p:nvPr/>
          </p:nvSpPr>
          <p:spPr>
            <a:xfrm>
              <a:off x="4572000" y="2116288"/>
              <a:ext cx="4173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Incorporating the vibrant yellow and deep blue hues into our logo design signifies optimism, warmth, and stability. Yellow represents the radiant energy and hope we bring to our initiatives, while dark blue conveys trust, reliability, and the steadfast nature of our commitment. Together, these colors create a visually compelling identity that mirrors our organization's values, inspiring a sense of confidence and compassion within our community-focused endeavors.</a:t>
              </a:r>
              <a:endParaRPr sz="1200">
                <a:solidFill>
                  <a:schemeClr val="lt1"/>
                </a:solidFill>
              </a:endParaRPr>
            </a:p>
          </p:txBody>
        </p:sp>
        <p:sp>
          <p:nvSpPr>
            <p:cNvPr id="82" name="Google Shape;82;p15"/>
            <p:cNvSpPr txBox="1"/>
            <p:nvPr/>
          </p:nvSpPr>
          <p:spPr>
            <a:xfrm>
              <a:off x="4572000" y="1746988"/>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rPr>
                <a:t>Yellow &amp; Blue</a:t>
              </a:r>
              <a:endParaRPr b="1" sz="1900"/>
            </a:p>
          </p:txBody>
        </p:sp>
      </p:grpSp>
      <p:pic>
        <p:nvPicPr>
          <p:cNvPr id="83" name="Google Shape;83;p15"/>
          <p:cNvPicPr preferRelativeResize="0"/>
          <p:nvPr/>
        </p:nvPicPr>
        <p:blipFill>
          <a:blip r:embed="rId5">
            <a:alphaModFix/>
          </a:blip>
          <a:stretch>
            <a:fillRect/>
          </a:stretch>
        </p:blipFill>
        <p:spPr>
          <a:xfrm>
            <a:off x="3412300" y="3036300"/>
            <a:ext cx="780650" cy="374250"/>
          </a:xfrm>
          <a:prstGeom prst="rect">
            <a:avLst/>
          </a:prstGeom>
          <a:noFill/>
          <a:ln>
            <a:noFill/>
          </a:ln>
        </p:spPr>
      </p:pic>
      <p:sp>
        <p:nvSpPr>
          <p:cNvPr id="84" name="Google Shape;84;p15"/>
          <p:cNvSpPr txBox="1"/>
          <p:nvPr/>
        </p:nvSpPr>
        <p:spPr>
          <a:xfrm>
            <a:off x="3283175" y="3346950"/>
            <a:ext cx="1038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veat"/>
                <a:ea typeface="Caveat"/>
                <a:cs typeface="Caveat"/>
                <a:sym typeface="Caveat"/>
              </a:rPr>
              <a:t>Yellow &amp; </a:t>
            </a:r>
            <a:r>
              <a:rPr b="1" lang="en" sz="1600">
                <a:solidFill>
                  <a:schemeClr val="lt1"/>
                </a:solidFill>
                <a:latin typeface="Caveat"/>
                <a:ea typeface="Caveat"/>
                <a:cs typeface="Caveat"/>
                <a:sym typeface="Caveat"/>
              </a:rPr>
              <a:t>Blue</a:t>
            </a:r>
            <a:r>
              <a:rPr b="1" lang="en" sz="1600">
                <a:solidFill>
                  <a:schemeClr val="lt1"/>
                </a:solidFill>
                <a:latin typeface="Caveat"/>
                <a:ea typeface="Caveat"/>
                <a:cs typeface="Caveat"/>
                <a:sym typeface="Caveat"/>
              </a:rPr>
              <a:t> Color</a:t>
            </a:r>
            <a:r>
              <a:rPr b="1" lang="en" sz="1600">
                <a:solidFill>
                  <a:schemeClr val="lt1"/>
                </a:solidFill>
                <a:latin typeface="Caveat"/>
                <a:ea typeface="Caveat"/>
                <a:cs typeface="Caveat"/>
                <a:sym typeface="Caveat"/>
              </a:rPr>
              <a:t> </a:t>
            </a:r>
            <a:endParaRPr b="1" sz="1600">
              <a:solidFill>
                <a:schemeClr val="lt1"/>
              </a:solidFill>
              <a:latin typeface="Caveat"/>
              <a:ea typeface="Caveat"/>
              <a:cs typeface="Caveat"/>
              <a:sym typeface="Cave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6"/>
          <p:cNvPicPr preferRelativeResize="0"/>
          <p:nvPr/>
        </p:nvPicPr>
        <p:blipFill>
          <a:blip r:embed="rId3">
            <a:alphaModFix/>
          </a:blip>
          <a:stretch>
            <a:fillRect/>
          </a:stretch>
        </p:blipFill>
        <p:spPr>
          <a:xfrm>
            <a:off x="0" y="218780"/>
            <a:ext cx="9144003" cy="470593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rot="-1800000">
            <a:off x="538324" y="4142125"/>
            <a:ext cx="823602" cy="783750"/>
          </a:xfrm>
          <a:prstGeom prst="rect">
            <a:avLst/>
          </a:prstGeom>
          <a:noFill/>
          <a:ln>
            <a:noFill/>
          </a:ln>
        </p:spPr>
      </p:pic>
      <p:pic>
        <p:nvPicPr>
          <p:cNvPr id="95" name="Google Shape;95;p17"/>
          <p:cNvPicPr preferRelativeResize="0"/>
          <p:nvPr/>
        </p:nvPicPr>
        <p:blipFill>
          <a:blip r:embed="rId4">
            <a:alphaModFix/>
          </a:blip>
          <a:stretch>
            <a:fillRect/>
          </a:stretch>
        </p:blipFill>
        <p:spPr>
          <a:xfrm>
            <a:off x="1066875" y="293227"/>
            <a:ext cx="3098124" cy="3973048"/>
          </a:xfrm>
          <a:prstGeom prst="rect">
            <a:avLst/>
          </a:prstGeom>
          <a:noFill/>
          <a:ln>
            <a:noFill/>
          </a:ln>
        </p:spPr>
      </p:pic>
      <p:pic>
        <p:nvPicPr>
          <p:cNvPr id="96" name="Google Shape;96;p17"/>
          <p:cNvPicPr preferRelativeResize="0"/>
          <p:nvPr/>
        </p:nvPicPr>
        <p:blipFill>
          <a:blip r:embed="rId5">
            <a:alphaModFix/>
          </a:blip>
          <a:stretch>
            <a:fillRect/>
          </a:stretch>
        </p:blipFill>
        <p:spPr>
          <a:xfrm>
            <a:off x="7573274" y="293225"/>
            <a:ext cx="1324376" cy="1127296"/>
          </a:xfrm>
          <a:prstGeom prst="rect">
            <a:avLst/>
          </a:prstGeom>
          <a:noFill/>
          <a:ln>
            <a:noFill/>
          </a:ln>
        </p:spPr>
      </p:pic>
      <p:pic>
        <p:nvPicPr>
          <p:cNvPr id="97" name="Google Shape;97;p17"/>
          <p:cNvPicPr preferRelativeResize="0"/>
          <p:nvPr/>
        </p:nvPicPr>
        <p:blipFill>
          <a:blip r:embed="rId6">
            <a:alphaModFix/>
          </a:blip>
          <a:stretch>
            <a:fillRect/>
          </a:stretch>
        </p:blipFill>
        <p:spPr>
          <a:xfrm>
            <a:off x="4743150" y="1106252"/>
            <a:ext cx="3098124" cy="39730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8"/>
          <p:cNvPicPr preferRelativeResize="0"/>
          <p:nvPr/>
        </p:nvPicPr>
        <p:blipFill>
          <a:blip r:embed="rId3">
            <a:alphaModFix/>
          </a:blip>
          <a:stretch>
            <a:fillRect/>
          </a:stretch>
        </p:blipFill>
        <p:spPr>
          <a:xfrm>
            <a:off x="1066875" y="293225"/>
            <a:ext cx="3098124" cy="3972997"/>
          </a:xfrm>
          <a:prstGeom prst="rect">
            <a:avLst/>
          </a:prstGeom>
          <a:noFill/>
          <a:ln>
            <a:noFill/>
          </a:ln>
        </p:spPr>
      </p:pic>
      <p:pic>
        <p:nvPicPr>
          <p:cNvPr id="103" name="Google Shape;103;p18"/>
          <p:cNvPicPr preferRelativeResize="0"/>
          <p:nvPr/>
        </p:nvPicPr>
        <p:blipFill>
          <a:blip r:embed="rId4">
            <a:alphaModFix/>
          </a:blip>
          <a:stretch>
            <a:fillRect/>
          </a:stretch>
        </p:blipFill>
        <p:spPr>
          <a:xfrm>
            <a:off x="4743147" y="1106250"/>
            <a:ext cx="3098124" cy="3973048"/>
          </a:xfrm>
          <a:prstGeom prst="rect">
            <a:avLst/>
          </a:prstGeom>
          <a:noFill/>
          <a:ln>
            <a:noFill/>
          </a:ln>
        </p:spPr>
      </p:pic>
      <p:pic>
        <p:nvPicPr>
          <p:cNvPr id="104" name="Google Shape;104;p18"/>
          <p:cNvPicPr preferRelativeResize="0"/>
          <p:nvPr/>
        </p:nvPicPr>
        <p:blipFill>
          <a:blip r:embed="rId5">
            <a:alphaModFix/>
          </a:blip>
          <a:stretch>
            <a:fillRect/>
          </a:stretch>
        </p:blipFill>
        <p:spPr>
          <a:xfrm rot="-1800000">
            <a:off x="7993671" y="152400"/>
            <a:ext cx="997929" cy="942045"/>
          </a:xfrm>
          <a:prstGeom prst="rect">
            <a:avLst/>
          </a:prstGeom>
          <a:noFill/>
          <a:ln>
            <a:noFill/>
          </a:ln>
        </p:spPr>
      </p:pic>
      <p:pic>
        <p:nvPicPr>
          <p:cNvPr id="105" name="Google Shape;105;p18"/>
          <p:cNvPicPr preferRelativeResize="0"/>
          <p:nvPr/>
        </p:nvPicPr>
        <p:blipFill>
          <a:blip r:embed="rId6">
            <a:alphaModFix/>
          </a:blip>
          <a:stretch>
            <a:fillRect/>
          </a:stretch>
        </p:blipFill>
        <p:spPr>
          <a:xfrm rot="1800008">
            <a:off x="256393" y="4049884"/>
            <a:ext cx="1245634" cy="7695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9"/>
          <p:cNvPicPr preferRelativeResize="0"/>
          <p:nvPr/>
        </p:nvPicPr>
        <p:blipFill>
          <a:blip r:embed="rId3">
            <a:alphaModFix/>
          </a:blip>
          <a:stretch>
            <a:fillRect/>
          </a:stretch>
        </p:blipFill>
        <p:spPr>
          <a:xfrm>
            <a:off x="4906425" y="1093050"/>
            <a:ext cx="5280548" cy="3960411"/>
          </a:xfrm>
          <a:prstGeom prst="rect">
            <a:avLst/>
          </a:prstGeom>
          <a:noFill/>
          <a:ln>
            <a:noFill/>
          </a:ln>
        </p:spPr>
      </p:pic>
      <p:pic>
        <p:nvPicPr>
          <p:cNvPr id="111" name="Google Shape;111;p19"/>
          <p:cNvPicPr preferRelativeResize="0"/>
          <p:nvPr/>
        </p:nvPicPr>
        <p:blipFill>
          <a:blip r:embed="rId4">
            <a:alphaModFix/>
          </a:blip>
          <a:stretch>
            <a:fillRect/>
          </a:stretch>
        </p:blipFill>
        <p:spPr>
          <a:xfrm>
            <a:off x="-1069325" y="1093050"/>
            <a:ext cx="5280548" cy="3960411"/>
          </a:xfrm>
          <a:prstGeom prst="rect">
            <a:avLst/>
          </a:prstGeom>
          <a:noFill/>
          <a:ln>
            <a:noFill/>
          </a:ln>
        </p:spPr>
      </p:pic>
      <p:pic>
        <p:nvPicPr>
          <p:cNvPr id="112" name="Google Shape;112;p19"/>
          <p:cNvPicPr preferRelativeResize="0"/>
          <p:nvPr/>
        </p:nvPicPr>
        <p:blipFill>
          <a:blip r:embed="rId5">
            <a:alphaModFix/>
          </a:blip>
          <a:stretch>
            <a:fillRect/>
          </a:stretch>
        </p:blipFill>
        <p:spPr>
          <a:xfrm>
            <a:off x="1931737" y="1093050"/>
            <a:ext cx="5280527" cy="3960396"/>
          </a:xfrm>
          <a:prstGeom prst="rect">
            <a:avLst/>
          </a:prstGeom>
          <a:noFill/>
          <a:ln>
            <a:noFill/>
          </a:ln>
        </p:spPr>
      </p:pic>
      <p:pic>
        <p:nvPicPr>
          <p:cNvPr id="113" name="Google Shape;113;p19"/>
          <p:cNvPicPr preferRelativeResize="0"/>
          <p:nvPr/>
        </p:nvPicPr>
        <p:blipFill>
          <a:blip r:embed="rId6">
            <a:alphaModFix/>
          </a:blip>
          <a:stretch>
            <a:fillRect/>
          </a:stretch>
        </p:blipFill>
        <p:spPr>
          <a:xfrm>
            <a:off x="3995100" y="559849"/>
            <a:ext cx="1153801" cy="53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0"/>
          <p:cNvPicPr preferRelativeResize="0"/>
          <p:nvPr/>
        </p:nvPicPr>
        <p:blipFill>
          <a:blip r:embed="rId3">
            <a:alphaModFix/>
          </a:blip>
          <a:stretch>
            <a:fillRect/>
          </a:stretch>
        </p:blipFill>
        <p:spPr>
          <a:xfrm>
            <a:off x="0" y="-857250"/>
            <a:ext cx="9144003" cy="68580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1"/>
          <p:cNvPicPr preferRelativeResize="0"/>
          <p:nvPr/>
        </p:nvPicPr>
        <p:blipFill>
          <a:blip r:embed="rId3">
            <a:alphaModFix/>
          </a:blip>
          <a:stretch>
            <a:fillRect/>
          </a:stretch>
        </p:blipFill>
        <p:spPr>
          <a:xfrm>
            <a:off x="0" y="-878825"/>
            <a:ext cx="9201500" cy="6901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55A8"/>
        </a:solidFill>
      </p:bgPr>
    </p:bg>
    <p:spTree>
      <p:nvGrpSpPr>
        <p:cNvPr id="127" name="Shape 127"/>
        <p:cNvGrpSpPr/>
        <p:nvPr/>
      </p:nvGrpSpPr>
      <p:grpSpPr>
        <a:xfrm>
          <a:off x="0" y="0"/>
          <a:ext cx="0" cy="0"/>
          <a:chOff x="0" y="0"/>
          <a:chExt cx="0" cy="0"/>
        </a:xfrm>
      </p:grpSpPr>
      <p:pic>
        <p:nvPicPr>
          <p:cNvPr id="128" name="Google Shape;128;p22" title="Educopia.mp4">
            <a:hlinkClick r:id="rId3"/>
          </p:cNvPr>
          <p:cNvPicPr preferRelativeResize="0"/>
          <p:nvPr/>
        </p:nvPicPr>
        <p:blipFill>
          <a:blip r:embed="rId4">
            <a:alphaModFix/>
          </a:blip>
          <a:stretch>
            <a:fillRect/>
          </a:stretch>
        </p:blipFill>
        <p:spPr>
          <a:xfrm>
            <a:off x="0" y="-857250"/>
            <a:ext cx="9144000" cy="6858000"/>
          </a:xfrm>
          <a:prstGeom prst="rect">
            <a:avLst/>
          </a:prstGeom>
          <a:noFill/>
          <a:ln>
            <a:noFill/>
          </a:ln>
          <a:effectLst>
            <a:outerShdw blurRad="57150" rotWithShape="0" algn="bl" dir="5400000" dist="19050">
              <a:srgbClr val="000000">
                <a:alpha val="50000"/>
              </a:srgbClr>
            </a:outerShdw>
          </a:effectLst>
        </p:spPr>
      </p:pic>
      <p:sp>
        <p:nvSpPr>
          <p:cNvPr id="129" name="Google Shape;129;p22"/>
          <p:cNvSpPr txBox="1"/>
          <p:nvPr/>
        </p:nvSpPr>
        <p:spPr>
          <a:xfrm>
            <a:off x="110100" y="0"/>
            <a:ext cx="446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Please play the video</a:t>
            </a:r>
            <a:endParaRPr sz="1800">
              <a:solidFill>
                <a:schemeClr val="lt1"/>
              </a:solidFill>
            </a:endParaRPr>
          </a:p>
        </p:txBody>
      </p:sp>
      <p:pic>
        <p:nvPicPr>
          <p:cNvPr id="130" name="Google Shape;130;p22"/>
          <p:cNvPicPr preferRelativeResize="0"/>
          <p:nvPr/>
        </p:nvPicPr>
        <p:blipFill>
          <a:blip r:embed="rId5">
            <a:alphaModFix/>
          </a:blip>
          <a:stretch>
            <a:fillRect/>
          </a:stretch>
        </p:blipFill>
        <p:spPr>
          <a:xfrm rot="8100003">
            <a:off x="438049" y="503425"/>
            <a:ext cx="483800" cy="883050"/>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