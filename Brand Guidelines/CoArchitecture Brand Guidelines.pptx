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3716000" cx="24387025"/>
  <p:notesSz cx="13716000" cy="24387025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 Light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3" Type="http://schemas.openxmlformats.org/officeDocument/2006/relationships/font" Target="fonts/Int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Light-bold.fntdata"/><Relationship Id="rId16" Type="http://schemas.openxmlformats.org/officeDocument/2006/relationships/font" Target="fonts/InterLight-regular.fntdata"/><Relationship Id="rId19" Type="http://schemas.openxmlformats.org/officeDocument/2006/relationships/font" Target="fonts/InterLight-boldItalic.fntdata"/><Relationship Id="rId18" Type="http://schemas.openxmlformats.org/officeDocument/2006/relationships/font" Target="fonts/Inter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9.png"/><Relationship Id="rId11" Type="http://schemas.openxmlformats.org/officeDocument/2006/relationships/image" Target="../media/image19.png"/><Relationship Id="rId10" Type="http://schemas.openxmlformats.org/officeDocument/2006/relationships/image" Target="../media/image7.png"/><Relationship Id="rId21" Type="http://schemas.openxmlformats.org/officeDocument/2006/relationships/image" Target="../media/image4.png"/><Relationship Id="rId13" Type="http://schemas.openxmlformats.org/officeDocument/2006/relationships/image" Target="../media/image5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image" Target="../media/image3.png"/><Relationship Id="rId15" Type="http://schemas.openxmlformats.org/officeDocument/2006/relationships/image" Target="../media/image11.png"/><Relationship Id="rId14" Type="http://schemas.openxmlformats.org/officeDocument/2006/relationships/image" Target="../media/image2.png"/><Relationship Id="rId17" Type="http://schemas.openxmlformats.org/officeDocument/2006/relationships/image" Target="../media/image14.png"/><Relationship Id="rId16" Type="http://schemas.openxmlformats.org/officeDocument/2006/relationships/image" Target="../media/image16.png"/><Relationship Id="rId5" Type="http://schemas.openxmlformats.org/officeDocument/2006/relationships/image" Target="../media/image17.png"/><Relationship Id="rId19" Type="http://schemas.openxmlformats.org/officeDocument/2006/relationships/image" Target="../media/image12.png"/><Relationship Id="rId6" Type="http://schemas.openxmlformats.org/officeDocument/2006/relationships/image" Target="../media/image25.png"/><Relationship Id="rId18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40" Type="http://schemas.openxmlformats.org/officeDocument/2006/relationships/image" Target="../media/image57.png"/><Relationship Id="rId42" Type="http://schemas.openxmlformats.org/officeDocument/2006/relationships/image" Target="../media/image63.png"/><Relationship Id="rId41" Type="http://schemas.openxmlformats.org/officeDocument/2006/relationships/image" Target="../media/image65.png"/><Relationship Id="rId44" Type="http://schemas.openxmlformats.org/officeDocument/2006/relationships/image" Target="../media/image62.png"/><Relationship Id="rId43" Type="http://schemas.openxmlformats.org/officeDocument/2006/relationships/image" Target="../media/image66.png"/><Relationship Id="rId46" Type="http://schemas.openxmlformats.org/officeDocument/2006/relationships/image" Target="../media/image55.png"/><Relationship Id="rId45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9" Type="http://schemas.openxmlformats.org/officeDocument/2006/relationships/image" Target="../media/image22.png"/><Relationship Id="rId48" Type="http://schemas.openxmlformats.org/officeDocument/2006/relationships/image" Target="../media/image71.png"/><Relationship Id="rId47" Type="http://schemas.openxmlformats.org/officeDocument/2006/relationships/image" Target="../media/image69.png"/><Relationship Id="rId49" Type="http://schemas.openxmlformats.org/officeDocument/2006/relationships/image" Target="../media/image61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73" Type="http://schemas.openxmlformats.org/officeDocument/2006/relationships/image" Target="../media/image91.png"/><Relationship Id="rId72" Type="http://schemas.openxmlformats.org/officeDocument/2006/relationships/image" Target="../media/image80.png"/><Relationship Id="rId31" Type="http://schemas.openxmlformats.org/officeDocument/2006/relationships/image" Target="../media/image48.png"/><Relationship Id="rId75" Type="http://schemas.openxmlformats.org/officeDocument/2006/relationships/image" Target="../media/image83.png"/><Relationship Id="rId30" Type="http://schemas.openxmlformats.org/officeDocument/2006/relationships/image" Target="../media/image41.png"/><Relationship Id="rId74" Type="http://schemas.openxmlformats.org/officeDocument/2006/relationships/image" Target="../media/image85.png"/><Relationship Id="rId33" Type="http://schemas.openxmlformats.org/officeDocument/2006/relationships/image" Target="../media/image44.png"/><Relationship Id="rId32" Type="http://schemas.openxmlformats.org/officeDocument/2006/relationships/image" Target="../media/image40.png"/><Relationship Id="rId35" Type="http://schemas.openxmlformats.org/officeDocument/2006/relationships/image" Target="../media/image47.png"/><Relationship Id="rId34" Type="http://schemas.openxmlformats.org/officeDocument/2006/relationships/image" Target="../media/image50.png"/><Relationship Id="rId71" Type="http://schemas.openxmlformats.org/officeDocument/2006/relationships/image" Target="../media/image89.png"/><Relationship Id="rId70" Type="http://schemas.openxmlformats.org/officeDocument/2006/relationships/image" Target="../media/image92.png"/><Relationship Id="rId37" Type="http://schemas.openxmlformats.org/officeDocument/2006/relationships/image" Target="../media/image52.png"/><Relationship Id="rId36" Type="http://schemas.openxmlformats.org/officeDocument/2006/relationships/image" Target="../media/image54.png"/><Relationship Id="rId39" Type="http://schemas.openxmlformats.org/officeDocument/2006/relationships/image" Target="../media/image64.png"/><Relationship Id="rId38" Type="http://schemas.openxmlformats.org/officeDocument/2006/relationships/image" Target="../media/image46.png"/><Relationship Id="rId62" Type="http://schemas.openxmlformats.org/officeDocument/2006/relationships/image" Target="../media/image73.png"/><Relationship Id="rId61" Type="http://schemas.openxmlformats.org/officeDocument/2006/relationships/image" Target="../media/image82.png"/><Relationship Id="rId20" Type="http://schemas.openxmlformats.org/officeDocument/2006/relationships/image" Target="../media/image37.png"/><Relationship Id="rId64" Type="http://schemas.openxmlformats.org/officeDocument/2006/relationships/image" Target="../media/image86.png"/><Relationship Id="rId63" Type="http://schemas.openxmlformats.org/officeDocument/2006/relationships/image" Target="../media/image81.png"/><Relationship Id="rId22" Type="http://schemas.openxmlformats.org/officeDocument/2006/relationships/image" Target="../media/image30.png"/><Relationship Id="rId66" Type="http://schemas.openxmlformats.org/officeDocument/2006/relationships/image" Target="../media/image76.png"/><Relationship Id="rId21" Type="http://schemas.openxmlformats.org/officeDocument/2006/relationships/image" Target="../media/image36.png"/><Relationship Id="rId65" Type="http://schemas.openxmlformats.org/officeDocument/2006/relationships/image" Target="../media/image78.png"/><Relationship Id="rId24" Type="http://schemas.openxmlformats.org/officeDocument/2006/relationships/image" Target="../media/image42.png"/><Relationship Id="rId68" Type="http://schemas.openxmlformats.org/officeDocument/2006/relationships/image" Target="../media/image93.png"/><Relationship Id="rId23" Type="http://schemas.openxmlformats.org/officeDocument/2006/relationships/image" Target="../media/image34.png"/><Relationship Id="rId67" Type="http://schemas.openxmlformats.org/officeDocument/2006/relationships/image" Target="../media/image90.png"/><Relationship Id="rId60" Type="http://schemas.openxmlformats.org/officeDocument/2006/relationships/image" Target="../media/image70.png"/><Relationship Id="rId26" Type="http://schemas.openxmlformats.org/officeDocument/2006/relationships/image" Target="../media/image43.png"/><Relationship Id="rId25" Type="http://schemas.openxmlformats.org/officeDocument/2006/relationships/image" Target="../media/image49.png"/><Relationship Id="rId69" Type="http://schemas.openxmlformats.org/officeDocument/2006/relationships/image" Target="../media/image94.png"/><Relationship Id="rId28" Type="http://schemas.openxmlformats.org/officeDocument/2006/relationships/image" Target="../media/image39.png"/><Relationship Id="rId27" Type="http://schemas.openxmlformats.org/officeDocument/2006/relationships/image" Target="../media/image45.png"/><Relationship Id="rId29" Type="http://schemas.openxmlformats.org/officeDocument/2006/relationships/image" Target="../media/image56.png"/><Relationship Id="rId51" Type="http://schemas.openxmlformats.org/officeDocument/2006/relationships/image" Target="../media/image60.png"/><Relationship Id="rId50" Type="http://schemas.openxmlformats.org/officeDocument/2006/relationships/image" Target="../media/image59.png"/><Relationship Id="rId53" Type="http://schemas.openxmlformats.org/officeDocument/2006/relationships/image" Target="../media/image75.png"/><Relationship Id="rId52" Type="http://schemas.openxmlformats.org/officeDocument/2006/relationships/image" Target="../media/image68.png"/><Relationship Id="rId11" Type="http://schemas.openxmlformats.org/officeDocument/2006/relationships/image" Target="../media/image31.png"/><Relationship Id="rId55" Type="http://schemas.openxmlformats.org/officeDocument/2006/relationships/image" Target="../media/image79.png"/><Relationship Id="rId10" Type="http://schemas.openxmlformats.org/officeDocument/2006/relationships/image" Target="../media/image27.png"/><Relationship Id="rId54" Type="http://schemas.openxmlformats.org/officeDocument/2006/relationships/image" Target="../media/image67.png"/><Relationship Id="rId13" Type="http://schemas.openxmlformats.org/officeDocument/2006/relationships/image" Target="../media/image38.png"/><Relationship Id="rId57" Type="http://schemas.openxmlformats.org/officeDocument/2006/relationships/image" Target="../media/image77.png"/><Relationship Id="rId12" Type="http://schemas.openxmlformats.org/officeDocument/2006/relationships/image" Target="../media/image29.png"/><Relationship Id="rId56" Type="http://schemas.openxmlformats.org/officeDocument/2006/relationships/image" Target="../media/image95.png"/><Relationship Id="rId15" Type="http://schemas.openxmlformats.org/officeDocument/2006/relationships/image" Target="../media/image51.png"/><Relationship Id="rId59" Type="http://schemas.openxmlformats.org/officeDocument/2006/relationships/image" Target="../media/image72.png"/><Relationship Id="rId14" Type="http://schemas.openxmlformats.org/officeDocument/2006/relationships/image" Target="../media/image28.png"/><Relationship Id="rId58" Type="http://schemas.openxmlformats.org/officeDocument/2006/relationships/image" Target="../media/image74.png"/><Relationship Id="rId17" Type="http://schemas.openxmlformats.org/officeDocument/2006/relationships/image" Target="../media/image35.png"/><Relationship Id="rId16" Type="http://schemas.openxmlformats.org/officeDocument/2006/relationships/image" Target="../media/image53.png"/><Relationship Id="rId19" Type="http://schemas.openxmlformats.org/officeDocument/2006/relationships/image" Target="../media/image33.png"/><Relationship Id="rId18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7.png"/><Relationship Id="rId4" Type="http://schemas.openxmlformats.org/officeDocument/2006/relationships/image" Target="../media/image10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0.png"/><Relationship Id="rId4" Type="http://schemas.openxmlformats.org/officeDocument/2006/relationships/image" Target="../media/image99.png"/><Relationship Id="rId5" Type="http://schemas.openxmlformats.org/officeDocument/2006/relationships/image" Target="../media/image98.png"/><Relationship Id="rId6" Type="http://schemas.openxmlformats.org/officeDocument/2006/relationships/image" Target="../media/image10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4.png"/><Relationship Id="rId4" Type="http://schemas.openxmlformats.org/officeDocument/2006/relationships/image" Target="../media/image97.png"/><Relationship Id="rId5" Type="http://schemas.openxmlformats.org/officeDocument/2006/relationships/image" Target="../media/image96.png"/><Relationship Id="rId6" Type="http://schemas.openxmlformats.org/officeDocument/2006/relationships/image" Target="../media/image102.png"/></Relationships>
</file>

<file path=ppt/slides/_rels/slide7.xml.rels><?xml version="1.0" encoding="UTF-8" standalone="yes"?><Relationships xmlns="http://schemas.openxmlformats.org/package/2006/relationships"><Relationship Id="rId40" Type="http://schemas.openxmlformats.org/officeDocument/2006/relationships/image" Target="../media/image136.png"/><Relationship Id="rId84" Type="http://schemas.openxmlformats.org/officeDocument/2006/relationships/image" Target="../media/image182.png"/><Relationship Id="rId83" Type="http://schemas.openxmlformats.org/officeDocument/2006/relationships/image" Target="../media/image187.png"/><Relationship Id="rId42" Type="http://schemas.openxmlformats.org/officeDocument/2006/relationships/image" Target="../media/image146.png"/><Relationship Id="rId41" Type="http://schemas.openxmlformats.org/officeDocument/2006/relationships/image" Target="../media/image147.png"/><Relationship Id="rId85" Type="http://schemas.openxmlformats.org/officeDocument/2006/relationships/image" Target="../media/image185.png"/><Relationship Id="rId44" Type="http://schemas.openxmlformats.org/officeDocument/2006/relationships/image" Target="../media/image143.png"/><Relationship Id="rId43" Type="http://schemas.openxmlformats.org/officeDocument/2006/relationships/image" Target="../media/image151.png"/><Relationship Id="rId46" Type="http://schemas.openxmlformats.org/officeDocument/2006/relationships/image" Target="../media/image144.png"/><Relationship Id="rId45" Type="http://schemas.openxmlformats.org/officeDocument/2006/relationships/image" Target="../media/image157.png"/><Relationship Id="rId80" Type="http://schemas.openxmlformats.org/officeDocument/2006/relationships/image" Target="../media/image177.png"/><Relationship Id="rId82" Type="http://schemas.openxmlformats.org/officeDocument/2006/relationships/image" Target="../media/image180.png"/><Relationship Id="rId81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1.png"/><Relationship Id="rId4" Type="http://schemas.openxmlformats.org/officeDocument/2006/relationships/image" Target="../media/image103.png"/><Relationship Id="rId9" Type="http://schemas.openxmlformats.org/officeDocument/2006/relationships/image" Target="../media/image112.png"/><Relationship Id="rId48" Type="http://schemas.openxmlformats.org/officeDocument/2006/relationships/image" Target="../media/image155.png"/><Relationship Id="rId47" Type="http://schemas.openxmlformats.org/officeDocument/2006/relationships/image" Target="../media/image158.png"/><Relationship Id="rId49" Type="http://schemas.openxmlformats.org/officeDocument/2006/relationships/image" Target="../media/image145.png"/><Relationship Id="rId5" Type="http://schemas.openxmlformats.org/officeDocument/2006/relationships/image" Target="../media/image101.png"/><Relationship Id="rId6" Type="http://schemas.openxmlformats.org/officeDocument/2006/relationships/image" Target="../media/image107.png"/><Relationship Id="rId7" Type="http://schemas.openxmlformats.org/officeDocument/2006/relationships/image" Target="../media/image120.png"/><Relationship Id="rId8" Type="http://schemas.openxmlformats.org/officeDocument/2006/relationships/image" Target="../media/image104.png"/><Relationship Id="rId73" Type="http://schemas.openxmlformats.org/officeDocument/2006/relationships/image" Target="../media/image172.png"/><Relationship Id="rId72" Type="http://schemas.openxmlformats.org/officeDocument/2006/relationships/image" Target="../media/image176.png"/><Relationship Id="rId31" Type="http://schemas.openxmlformats.org/officeDocument/2006/relationships/image" Target="../media/image129.png"/><Relationship Id="rId75" Type="http://schemas.openxmlformats.org/officeDocument/2006/relationships/image" Target="../media/image169.png"/><Relationship Id="rId30" Type="http://schemas.openxmlformats.org/officeDocument/2006/relationships/image" Target="../media/image134.png"/><Relationship Id="rId74" Type="http://schemas.openxmlformats.org/officeDocument/2006/relationships/image" Target="../media/image167.png"/><Relationship Id="rId33" Type="http://schemas.openxmlformats.org/officeDocument/2006/relationships/image" Target="../media/image139.png"/><Relationship Id="rId77" Type="http://schemas.openxmlformats.org/officeDocument/2006/relationships/image" Target="../media/image174.png"/><Relationship Id="rId32" Type="http://schemas.openxmlformats.org/officeDocument/2006/relationships/image" Target="../media/image137.png"/><Relationship Id="rId76" Type="http://schemas.openxmlformats.org/officeDocument/2006/relationships/image" Target="../media/image179.png"/><Relationship Id="rId35" Type="http://schemas.openxmlformats.org/officeDocument/2006/relationships/image" Target="../media/image140.png"/><Relationship Id="rId79" Type="http://schemas.openxmlformats.org/officeDocument/2006/relationships/image" Target="../media/image184.png"/><Relationship Id="rId34" Type="http://schemas.openxmlformats.org/officeDocument/2006/relationships/image" Target="../media/image141.png"/><Relationship Id="rId78" Type="http://schemas.openxmlformats.org/officeDocument/2006/relationships/image" Target="../media/image183.png"/><Relationship Id="rId71" Type="http://schemas.openxmlformats.org/officeDocument/2006/relationships/image" Target="../media/image178.png"/><Relationship Id="rId70" Type="http://schemas.openxmlformats.org/officeDocument/2006/relationships/image" Target="../media/image175.png"/><Relationship Id="rId37" Type="http://schemas.openxmlformats.org/officeDocument/2006/relationships/image" Target="../media/image131.png"/><Relationship Id="rId36" Type="http://schemas.openxmlformats.org/officeDocument/2006/relationships/image" Target="../media/image138.png"/><Relationship Id="rId39" Type="http://schemas.openxmlformats.org/officeDocument/2006/relationships/image" Target="../media/image133.png"/><Relationship Id="rId38" Type="http://schemas.openxmlformats.org/officeDocument/2006/relationships/image" Target="../media/image142.png"/><Relationship Id="rId62" Type="http://schemas.openxmlformats.org/officeDocument/2006/relationships/image" Target="../media/image156.png"/><Relationship Id="rId61" Type="http://schemas.openxmlformats.org/officeDocument/2006/relationships/image" Target="../media/image165.png"/><Relationship Id="rId20" Type="http://schemas.openxmlformats.org/officeDocument/2006/relationships/image" Target="../media/image125.png"/><Relationship Id="rId64" Type="http://schemas.openxmlformats.org/officeDocument/2006/relationships/image" Target="../media/image161.png"/><Relationship Id="rId63" Type="http://schemas.openxmlformats.org/officeDocument/2006/relationships/image" Target="../media/image154.png"/><Relationship Id="rId22" Type="http://schemas.openxmlformats.org/officeDocument/2006/relationships/image" Target="../media/image123.png"/><Relationship Id="rId66" Type="http://schemas.openxmlformats.org/officeDocument/2006/relationships/image" Target="../media/image159.png"/><Relationship Id="rId21" Type="http://schemas.openxmlformats.org/officeDocument/2006/relationships/image" Target="../media/image118.png"/><Relationship Id="rId65" Type="http://schemas.openxmlformats.org/officeDocument/2006/relationships/image" Target="../media/image162.png"/><Relationship Id="rId24" Type="http://schemas.openxmlformats.org/officeDocument/2006/relationships/image" Target="../media/image130.png"/><Relationship Id="rId68" Type="http://schemas.openxmlformats.org/officeDocument/2006/relationships/image" Target="../media/image170.png"/><Relationship Id="rId23" Type="http://schemas.openxmlformats.org/officeDocument/2006/relationships/image" Target="../media/image117.png"/><Relationship Id="rId67" Type="http://schemas.openxmlformats.org/officeDocument/2006/relationships/image" Target="../media/image166.png"/><Relationship Id="rId60" Type="http://schemas.openxmlformats.org/officeDocument/2006/relationships/image" Target="../media/image160.png"/><Relationship Id="rId26" Type="http://schemas.openxmlformats.org/officeDocument/2006/relationships/image" Target="../media/image128.png"/><Relationship Id="rId25" Type="http://schemas.openxmlformats.org/officeDocument/2006/relationships/image" Target="../media/image124.png"/><Relationship Id="rId69" Type="http://schemas.openxmlformats.org/officeDocument/2006/relationships/image" Target="../media/image173.png"/><Relationship Id="rId28" Type="http://schemas.openxmlformats.org/officeDocument/2006/relationships/image" Target="../media/image132.png"/><Relationship Id="rId27" Type="http://schemas.openxmlformats.org/officeDocument/2006/relationships/image" Target="../media/image135.png"/><Relationship Id="rId29" Type="http://schemas.openxmlformats.org/officeDocument/2006/relationships/image" Target="../media/image127.png"/><Relationship Id="rId51" Type="http://schemas.openxmlformats.org/officeDocument/2006/relationships/image" Target="../media/image181.png"/><Relationship Id="rId50" Type="http://schemas.openxmlformats.org/officeDocument/2006/relationships/image" Target="../media/image152.png"/><Relationship Id="rId53" Type="http://schemas.openxmlformats.org/officeDocument/2006/relationships/image" Target="../media/image163.png"/><Relationship Id="rId52" Type="http://schemas.openxmlformats.org/officeDocument/2006/relationships/image" Target="../media/image164.png"/><Relationship Id="rId11" Type="http://schemas.openxmlformats.org/officeDocument/2006/relationships/image" Target="../media/image109.png"/><Relationship Id="rId55" Type="http://schemas.openxmlformats.org/officeDocument/2006/relationships/image" Target="../media/image148.png"/><Relationship Id="rId10" Type="http://schemas.openxmlformats.org/officeDocument/2006/relationships/image" Target="../media/image115.png"/><Relationship Id="rId54" Type="http://schemas.openxmlformats.org/officeDocument/2006/relationships/image" Target="../media/image149.png"/><Relationship Id="rId13" Type="http://schemas.openxmlformats.org/officeDocument/2006/relationships/image" Target="../media/image119.png"/><Relationship Id="rId57" Type="http://schemas.openxmlformats.org/officeDocument/2006/relationships/image" Target="../media/image153.png"/><Relationship Id="rId12" Type="http://schemas.openxmlformats.org/officeDocument/2006/relationships/image" Target="../media/image121.png"/><Relationship Id="rId56" Type="http://schemas.openxmlformats.org/officeDocument/2006/relationships/image" Target="../media/image150.png"/><Relationship Id="rId15" Type="http://schemas.openxmlformats.org/officeDocument/2006/relationships/image" Target="../media/image108.png"/><Relationship Id="rId59" Type="http://schemas.openxmlformats.org/officeDocument/2006/relationships/image" Target="../media/image168.png"/><Relationship Id="rId14" Type="http://schemas.openxmlformats.org/officeDocument/2006/relationships/image" Target="../media/image110.png"/><Relationship Id="rId58" Type="http://schemas.openxmlformats.org/officeDocument/2006/relationships/image" Target="../media/image171.png"/><Relationship Id="rId17" Type="http://schemas.openxmlformats.org/officeDocument/2006/relationships/image" Target="../media/image126.png"/><Relationship Id="rId16" Type="http://schemas.openxmlformats.org/officeDocument/2006/relationships/image" Target="../media/image113.png"/><Relationship Id="rId19" Type="http://schemas.openxmlformats.org/officeDocument/2006/relationships/image" Target="../media/image116.png"/><Relationship Id="rId18" Type="http://schemas.openxmlformats.org/officeDocument/2006/relationships/image" Target="../media/image1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351" y="4827248"/>
            <a:ext cx="10963399" cy="4073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5051" y="11886096"/>
            <a:ext cx="4991215" cy="17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48032" y="12354617"/>
            <a:ext cx="3685243" cy="480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3454" y="12450842"/>
            <a:ext cx="349731" cy="3836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83469" y="12645197"/>
            <a:ext cx="170287" cy="61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76064" y="12545661"/>
            <a:ext cx="250745" cy="289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56243" y="12545285"/>
            <a:ext cx="183851" cy="284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734282" y="12545692"/>
            <a:ext cx="262932" cy="289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016372" y="12455996"/>
            <a:ext cx="259341" cy="373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303801" y="12434628"/>
            <a:ext cx="84111" cy="394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" name="Google Shape;27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395317" y="12482207"/>
            <a:ext cx="173822" cy="351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572444" y="12545692"/>
            <a:ext cx="267496" cy="289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848499" y="12545692"/>
            <a:ext cx="262932" cy="289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3110873" y="12482207"/>
            <a:ext cx="173822" cy="351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" name="Google Shape;31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299189" y="12549316"/>
            <a:ext cx="257368" cy="283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" name="Google Shape;32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3587709" y="12545285"/>
            <a:ext cx="183851" cy="284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3765780" y="12545692"/>
            <a:ext cx="267496" cy="289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3825176" y="12354898"/>
            <a:ext cx="204348" cy="109753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>
            <a:off x="10392999" y="1538308"/>
            <a:ext cx="3601049" cy="4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www.co-architecture.com</a:t>
            </a:r>
            <a:endParaRPr b="0" i="0" sz="22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1905238" y="2400300"/>
            <a:ext cx="2337092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LOGO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2829" y="3259596"/>
            <a:ext cx="8353551" cy="8480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1905238" y="3556000"/>
            <a:ext cx="8387282" cy="6570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CO-architecture is an Australian technology startup founded by architects and designers. Our platform connects and empowers the largest network of Independent and Job-Seeking design professionals across Australia with a growing suite of powerful employment features.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A smarter way to work, build your career and take your business to new heights As a dedicated network of architecture and design professionals, our platform allows people to connect, contract or hire, whether permanent, temp-perm, or on a casual/project by project basis.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32965" y="2400300"/>
            <a:ext cx="5548845" cy="279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16789" y="3299244"/>
            <a:ext cx="995871" cy="1017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07438" y="2400300"/>
            <a:ext cx="5548845" cy="279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91262" y="3299244"/>
            <a:ext cx="995871" cy="1017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07438" y="5453314"/>
            <a:ext cx="5548845" cy="279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38642" y="6606674"/>
            <a:ext cx="3904572" cy="508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" name="Google Shape;50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915218" y="6708628"/>
            <a:ext cx="370554" cy="406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" name="Google Shape;51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317848" y="6914552"/>
            <a:ext cx="180427" cy="65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" name="Google Shape;52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521911" y="6809090"/>
            <a:ext cx="265673" cy="306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818767" y="6808693"/>
            <a:ext cx="194791" cy="30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3007406" y="6809122"/>
            <a:ext cx="278585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3306284" y="6714088"/>
            <a:ext cx="274777" cy="3956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3610818" y="6691447"/>
            <a:ext cx="89122" cy="418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3707785" y="6741860"/>
            <a:ext cx="184167" cy="372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895462" y="6809122"/>
            <a:ext cx="283417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4187946" y="6809122"/>
            <a:ext cx="278585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465936" y="6741860"/>
            <a:ext cx="184167" cy="372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4665465" y="6812962"/>
            <a:ext cx="272693" cy="300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4971159" y="6808693"/>
            <a:ext cx="194791" cy="30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5222729" y="6606674"/>
            <a:ext cx="216541" cy="116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6932965" y="5453314"/>
            <a:ext cx="5548845" cy="279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7764169" y="6606674"/>
            <a:ext cx="3904572" cy="508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8140745" y="6708628"/>
            <a:ext cx="370554" cy="406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8543375" y="6914552"/>
            <a:ext cx="180427" cy="65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" name="Google Shape;68;p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8747438" y="6809090"/>
            <a:ext cx="265673" cy="306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4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9044294" y="6808693"/>
            <a:ext cx="194791" cy="30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9232932" y="6809122"/>
            <a:ext cx="278585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4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9531810" y="6714088"/>
            <a:ext cx="274777" cy="3956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4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19836345" y="6691447"/>
            <a:ext cx="89122" cy="418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4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9933312" y="6741860"/>
            <a:ext cx="184167" cy="372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4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20120989" y="6809122"/>
            <a:ext cx="283417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4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20413473" y="6809122"/>
            <a:ext cx="278585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4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20691463" y="6741860"/>
            <a:ext cx="184167" cy="372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4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20890992" y="6812962"/>
            <a:ext cx="272693" cy="300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4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21196686" y="6808693"/>
            <a:ext cx="194791" cy="30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4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21448255" y="6606674"/>
            <a:ext cx="216541" cy="116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4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16932965" y="8506327"/>
            <a:ext cx="5548845" cy="279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4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17660404" y="9608803"/>
            <a:ext cx="580924" cy="593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4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18441142" y="9779741"/>
            <a:ext cx="301675" cy="341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4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18760189" y="9779741"/>
            <a:ext cx="313930" cy="341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4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19101284" y="9952534"/>
            <a:ext cx="152859" cy="54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5" name="Google Shape;85;p4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19274181" y="9864040"/>
            <a:ext cx="225081" cy="25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" name="Google Shape;86;p4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19525664" y="9863706"/>
            <a:ext cx="165028" cy="252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" name="Google Shape;87;p4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19685488" y="9864069"/>
            <a:ext cx="236015" cy="25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4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19938695" y="9784322"/>
            <a:ext cx="232796" cy="331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4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20196696" y="9765326"/>
            <a:ext cx="75503" cy="350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4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20278841" y="9807629"/>
            <a:ext cx="156029" cy="312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4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20437853" y="9864069"/>
            <a:ext cx="240115" cy="25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4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20685652" y="9864069"/>
            <a:ext cx="236015" cy="25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4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20921171" y="9807629"/>
            <a:ext cx="156029" cy="312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4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21090198" y="9867288"/>
            <a:ext cx="231023" cy="252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4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21349198" y="9863706"/>
            <a:ext cx="165028" cy="252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4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21509034" y="9864069"/>
            <a:ext cx="240115" cy="25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4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21562328" y="9694194"/>
            <a:ext cx="183460" cy="9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4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10707438" y="8506327"/>
            <a:ext cx="5548845" cy="279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4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11434877" y="9608803"/>
            <a:ext cx="580924" cy="593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4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12215609" y="9779741"/>
            <a:ext cx="301675" cy="341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4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12534656" y="9779741"/>
            <a:ext cx="313930" cy="341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4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12875751" y="9952534"/>
            <a:ext cx="152859" cy="54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4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13048642" y="9864040"/>
            <a:ext cx="225081" cy="25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4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13300131" y="9863706"/>
            <a:ext cx="165028" cy="252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4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13459955" y="9864069"/>
            <a:ext cx="236015" cy="25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4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13713162" y="9784322"/>
            <a:ext cx="232796" cy="331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4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13971163" y="9765326"/>
            <a:ext cx="75503" cy="350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4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14053308" y="9807629"/>
            <a:ext cx="156029" cy="312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4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14212320" y="9864069"/>
            <a:ext cx="240115" cy="25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4"/>
          <p:cNvPicPr preferRelativeResize="0"/>
          <p:nvPr/>
        </p:nvPicPr>
        <p:blipFill rotWithShape="1">
          <a:blip r:embed="rId70">
            <a:alphaModFix/>
          </a:blip>
          <a:srcRect b="0" l="0" r="0" t="0"/>
          <a:stretch/>
        </p:blipFill>
        <p:spPr>
          <a:xfrm>
            <a:off x="14460119" y="9864069"/>
            <a:ext cx="236015" cy="25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4"/>
          <p:cNvPicPr preferRelativeResize="0"/>
          <p:nvPr/>
        </p:nvPicPr>
        <p:blipFill rotWithShape="1">
          <a:blip r:embed="rId71">
            <a:alphaModFix/>
          </a:blip>
          <a:srcRect b="0" l="0" r="0" t="0"/>
          <a:stretch/>
        </p:blipFill>
        <p:spPr>
          <a:xfrm>
            <a:off x="14695638" y="9807629"/>
            <a:ext cx="156029" cy="312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4"/>
          <p:cNvPicPr preferRelativeResize="0"/>
          <p:nvPr/>
        </p:nvPicPr>
        <p:blipFill rotWithShape="1">
          <a:blip r:embed="rId72">
            <a:alphaModFix/>
          </a:blip>
          <a:srcRect b="0" l="0" r="0" t="0"/>
          <a:stretch/>
        </p:blipFill>
        <p:spPr>
          <a:xfrm>
            <a:off x="14864665" y="9867288"/>
            <a:ext cx="231023" cy="252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4"/>
          <p:cNvPicPr preferRelativeResize="0"/>
          <p:nvPr/>
        </p:nvPicPr>
        <p:blipFill rotWithShape="1">
          <a:blip r:embed="rId73">
            <a:alphaModFix/>
          </a:blip>
          <a:srcRect b="0" l="0" r="0" t="0"/>
          <a:stretch/>
        </p:blipFill>
        <p:spPr>
          <a:xfrm>
            <a:off x="15123659" y="9863706"/>
            <a:ext cx="165028" cy="252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4"/>
          <p:cNvPicPr preferRelativeResize="0"/>
          <p:nvPr/>
        </p:nvPicPr>
        <p:blipFill rotWithShape="1">
          <a:blip r:embed="rId74">
            <a:alphaModFix/>
          </a:blip>
          <a:srcRect b="0" l="0" r="0" t="0"/>
          <a:stretch/>
        </p:blipFill>
        <p:spPr>
          <a:xfrm>
            <a:off x="15283501" y="9864069"/>
            <a:ext cx="240115" cy="25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4"/>
          <p:cNvPicPr preferRelativeResize="0"/>
          <p:nvPr/>
        </p:nvPicPr>
        <p:blipFill rotWithShape="1">
          <a:blip r:embed="rId75">
            <a:alphaModFix/>
          </a:blip>
          <a:srcRect b="0" l="0" r="0" t="0"/>
          <a:stretch/>
        </p:blipFill>
        <p:spPr>
          <a:xfrm>
            <a:off x="15336795" y="9694194"/>
            <a:ext cx="183460" cy="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10707438" y="4191000"/>
            <a:ext cx="3684082" cy="382378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10707444" y="8014788"/>
            <a:ext cx="3684082" cy="15227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1736267" y="8572500"/>
            <a:ext cx="1752290" cy="53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#000000</a:t>
            </a:r>
            <a:endParaRPr b="0" i="0" sz="2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4752584" y="4191000"/>
            <a:ext cx="3684086" cy="3823786"/>
          </a:xfrm>
          <a:prstGeom prst="rect">
            <a:avLst/>
          </a:prstGeom>
          <a:solidFill>
            <a:srgbClr val="F2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4752584" y="8014788"/>
            <a:ext cx="3684086" cy="15227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15851581" y="8572500"/>
            <a:ext cx="1612572" cy="53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#F2F6F0</a:t>
            </a:r>
            <a:endParaRPr b="0" i="0" sz="2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8797723" y="4191000"/>
            <a:ext cx="3684086" cy="382378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8797723" y="8014788"/>
            <a:ext cx="3684086" cy="15227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9839880" y="8572500"/>
            <a:ext cx="1714185" cy="53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#FCFCFC</a:t>
            </a:r>
            <a:endParaRPr b="0" i="0" sz="2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905238" y="4191000"/>
            <a:ext cx="4425124" cy="996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COLOURS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9636" y="5237829"/>
            <a:ext cx="8319937" cy="5119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1905238" y="5517428"/>
            <a:ext cx="8387282" cy="2658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Colour is the visual perception of different wavelengths of light by the human eye. It is an essential element of design, art, and communication, and has a significant impact on our emotions, moods, and behaviour.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1905238" y="1968500"/>
            <a:ext cx="5882183" cy="826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TYPOGRAPHY</a:t>
            </a:r>
            <a:endParaRPr b="0" i="0" sz="42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0707438" y="1968500"/>
            <a:ext cx="4233672" cy="2493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</a:t>
            </a:r>
            <a:endParaRPr b="0" i="0" sz="126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0707438" y="4495800"/>
            <a:ext cx="2260539" cy="1246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Bold</a:t>
            </a:r>
            <a:endParaRPr b="0" i="0" sz="63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707438" y="5816600"/>
            <a:ext cx="11908749" cy="616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ABCDEFGHIJKLMNOPQRSTUVWXYZ</a:t>
            </a:r>
            <a:endParaRPr b="0" i="0" sz="3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0707438" y="6540500"/>
            <a:ext cx="9780850" cy="616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abcdefghijklmnpqrstuvwxyz</a:t>
            </a:r>
            <a:endParaRPr b="0" i="0" sz="3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0707438" y="7264400"/>
            <a:ext cx="4248315" cy="616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0123456789</a:t>
            </a:r>
            <a:endParaRPr b="0" i="0" sz="3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0707438" y="8496300"/>
            <a:ext cx="3610378" cy="1246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Regular</a:t>
            </a:r>
            <a:endParaRPr b="0" i="0" sz="63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0707438" y="9817100"/>
            <a:ext cx="11908749" cy="616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ABCDEFGHIJKLMNOPQRSTUVWXYZ</a:t>
            </a:r>
            <a:endParaRPr b="0" i="0" sz="3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0707438" y="10541000"/>
            <a:ext cx="9762380" cy="616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abcdefghijklmnpqrstuvwxyz</a:t>
            </a:r>
            <a:endParaRPr b="0" i="0" sz="3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0707438" y="11264900"/>
            <a:ext cx="4222701" cy="616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0123456789</a:t>
            </a:r>
            <a:endParaRPr b="0" i="0" sz="31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0640" y="4098004"/>
            <a:ext cx="11807964" cy="33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0640" y="8098504"/>
            <a:ext cx="11807964" cy="33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0043" y="2997408"/>
            <a:ext cx="8319124" cy="5038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1905238" y="3276600"/>
            <a:ext cx="8387282" cy="3674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Typography is the art and technique of arranging type to make written language legible, readable, and appealing when displayed. It involves choosing typefaces, point sizes, line lengths, line-spacing, and letter-spacing, among other things, to create visually appealing and effective communication.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905238" y="1968500"/>
            <a:ext cx="584273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TYPOGRAPHY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7438" y="1524000"/>
            <a:ext cx="11774372" cy="635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7438" y="8382000"/>
            <a:ext cx="5696662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91499" y="8382000"/>
            <a:ext cx="5696662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80043" y="2552905"/>
            <a:ext cx="8319124" cy="5039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1905238" y="2832100"/>
            <a:ext cx="8387282" cy="2658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Imagery is visual symbolism, or figurative language that evokes a mental image or other kinds of sense impressions, especially in a literary work, but also in other activities such as psychotherapy.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905238" y="1524000"/>
            <a:ext cx="3899387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IMAGERY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7438" y="1524000"/>
            <a:ext cx="11774372" cy="635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7438" y="8382000"/>
            <a:ext cx="5696662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91499" y="8382000"/>
            <a:ext cx="5696662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80043" y="2400505"/>
            <a:ext cx="8319124" cy="5039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1905238" y="2679700"/>
            <a:ext cx="8387282" cy="3166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Marketing is the process of promoting, selling, and distributing products or services to a target audience. It involves identifying customer needs and wants, developing a marketing strategy to meet those needs, and communicating the value of the product or service to potential customers.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905238" y="1524000"/>
            <a:ext cx="5093337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MARKETING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9949145" y="1765300"/>
            <a:ext cx="6041902" cy="7906198"/>
          </a:xfrm>
          <a:prstGeom prst="rect">
            <a:avLst/>
          </a:prstGeom>
          <a:noFill/>
          <a:ln>
            <a:noFill/>
          </a:ln>
          <a:effectLst>
            <a:outerShdw blurRad="283812" rotWithShape="0" algn="bl" dir="5400000" dist="81089">
              <a:srgbClr val="B6B6B6">
                <a:alpha val="2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9145" y="1765300"/>
            <a:ext cx="6041900" cy="1054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7170" y="1977833"/>
            <a:ext cx="669813" cy="669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7133" y="2111977"/>
            <a:ext cx="264392" cy="324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0636" y="2115530"/>
            <a:ext cx="206919" cy="3889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26224" y="2359075"/>
            <a:ext cx="153684" cy="153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87576" y="2441352"/>
            <a:ext cx="114950" cy="6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11079381" y="2097683"/>
            <a:ext cx="1391112" cy="260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2936"/>
                </a:solidFill>
                <a:latin typeface="Inter"/>
                <a:ea typeface="Inter"/>
                <a:cs typeface="Inter"/>
                <a:sym typeface="Inter"/>
              </a:rPr>
              <a:t>_coarchitecture</a:t>
            </a:r>
            <a:endParaRPr b="0" i="0" sz="13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1079381" y="2327008"/>
            <a:ext cx="1215854" cy="225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936"/>
                </a:solidFill>
                <a:latin typeface="Inter"/>
                <a:ea typeface="Inter"/>
                <a:cs typeface="Inter"/>
                <a:sym typeface="Inter"/>
              </a:rPr>
              <a:t>Sydney, Australia</a:t>
            </a:r>
            <a:endParaRPr b="0" i="0" sz="11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49145" y="2819462"/>
            <a:ext cx="6041900" cy="6041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163374" y="2988630"/>
            <a:ext cx="151873" cy="186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211340" y="2990670"/>
            <a:ext cx="118860" cy="223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300716" y="3130562"/>
            <a:ext cx="88279" cy="87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163628" y="3177828"/>
            <a:ext cx="66032" cy="3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441054" y="3049991"/>
            <a:ext cx="123444" cy="140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571605" y="3049991"/>
            <a:ext cx="128461" cy="140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711186" y="3121391"/>
            <a:ext cx="62547" cy="22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781925" y="3084823"/>
            <a:ext cx="92105" cy="1061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4884847" y="3084680"/>
            <a:ext cx="67533" cy="10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4950240" y="3084835"/>
            <a:ext cx="96577" cy="106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5053850" y="3051888"/>
            <a:ext cx="95256" cy="1371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5159425" y="3044037"/>
            <a:ext cx="30898" cy="145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5193046" y="3061512"/>
            <a:ext cx="63849" cy="128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p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5258104" y="3084835"/>
            <a:ext cx="98251" cy="106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5359500" y="3084835"/>
            <a:ext cx="96577" cy="106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5455878" y="3061512"/>
            <a:ext cx="63849" cy="128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p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5525042" y="3086162"/>
            <a:ext cx="94536" cy="104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5631021" y="3084680"/>
            <a:ext cx="67533" cy="10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5696433" y="3084835"/>
            <a:ext cx="98251" cy="106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9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5718239" y="3014644"/>
            <a:ext cx="75068" cy="4041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11248155" y="4619737"/>
            <a:ext cx="4732823" cy="168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2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CONNECT EMPOWER BUILD </a:t>
            </a:r>
            <a:endParaRPr b="0" i="0" sz="47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9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9949142" y="8860606"/>
            <a:ext cx="6041903" cy="81089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16435854" y="4038600"/>
            <a:ext cx="6041902" cy="7906198"/>
          </a:xfrm>
          <a:prstGeom prst="rect">
            <a:avLst/>
          </a:prstGeom>
          <a:noFill/>
          <a:ln>
            <a:noFill/>
          </a:ln>
          <a:effectLst>
            <a:outerShdw blurRad="283812" rotWithShape="0" algn="bl" dir="5400000" dist="81089">
              <a:srgbClr val="B6B6B6">
                <a:alpha val="2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9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6435854" y="4038600"/>
            <a:ext cx="6041900" cy="1054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4" name="Google Shape;214;p9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16733883" y="4251127"/>
            <a:ext cx="669810" cy="669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5" name="Google Shape;215;p9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6873842" y="4385270"/>
            <a:ext cx="264395" cy="324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6" name="Google Shape;216;p9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16957345" y="4388824"/>
            <a:ext cx="206922" cy="3889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7" name="Google Shape;217;p9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17112933" y="4632368"/>
            <a:ext cx="153684" cy="153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8" name="Google Shape;218;p9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6874282" y="4714652"/>
            <a:ext cx="114947" cy="6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17566091" y="4370977"/>
            <a:ext cx="1391112" cy="260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2936"/>
                </a:solidFill>
                <a:latin typeface="Inter"/>
                <a:ea typeface="Inter"/>
                <a:cs typeface="Inter"/>
                <a:sym typeface="Inter"/>
              </a:rPr>
              <a:t>_coarchitecture</a:t>
            </a:r>
            <a:endParaRPr b="0" i="0" sz="13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17566091" y="4600308"/>
            <a:ext cx="1215854" cy="225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936"/>
                </a:solidFill>
                <a:latin typeface="Inter"/>
                <a:ea typeface="Inter"/>
                <a:cs typeface="Inter"/>
                <a:sym typeface="Inter"/>
              </a:rPr>
              <a:t>Sydney, Australia</a:t>
            </a:r>
            <a:endParaRPr b="0" i="0" sz="11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1" name="Google Shape;221;p9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16435854" y="5092762"/>
            <a:ext cx="6041900" cy="6041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9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18641149" y="5337448"/>
            <a:ext cx="151873" cy="186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9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18689115" y="5339500"/>
            <a:ext cx="118860" cy="223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4" name="Google Shape;224;p9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18778491" y="5479386"/>
            <a:ext cx="88279" cy="87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5" name="Google Shape;225;p9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18641403" y="5526652"/>
            <a:ext cx="66032" cy="3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6" name="Google Shape;226;p9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18918829" y="5398815"/>
            <a:ext cx="123444" cy="140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9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19049380" y="5398815"/>
            <a:ext cx="128461" cy="140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p9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19188961" y="5470209"/>
            <a:ext cx="62547" cy="22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9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19259706" y="5433640"/>
            <a:ext cx="92105" cy="1061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9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19362621" y="5433498"/>
            <a:ext cx="67533" cy="10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9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19428015" y="5433659"/>
            <a:ext cx="96577" cy="106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9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19531624" y="5400706"/>
            <a:ext cx="95256" cy="1371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9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19637206" y="5392855"/>
            <a:ext cx="30898" cy="145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9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19670821" y="5410336"/>
            <a:ext cx="63849" cy="128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5" name="Google Shape;235;p9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19735879" y="5433659"/>
            <a:ext cx="98251" cy="106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9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19837281" y="5433659"/>
            <a:ext cx="96577" cy="106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9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19933653" y="5410336"/>
            <a:ext cx="63849" cy="128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8" name="Google Shape;238;p9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20002823" y="5434986"/>
            <a:ext cx="94536" cy="104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9" name="Google Shape;239;p9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20108802" y="5433498"/>
            <a:ext cx="67533" cy="10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9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20174208" y="5433659"/>
            <a:ext cx="98251" cy="106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9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20196014" y="5363462"/>
            <a:ext cx="75068" cy="4041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/>
          <p:nvPr/>
        </p:nvSpPr>
        <p:spPr>
          <a:xfrm>
            <a:off x="16934311" y="9249085"/>
            <a:ext cx="5591122" cy="190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b="0" i="0" sz="123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9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16435854" y="11133913"/>
            <a:ext cx="6041900" cy="810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9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1905238" y="1765300"/>
            <a:ext cx="335547" cy="4113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5" name="Google Shape;245;p9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2011217" y="1769821"/>
            <a:ext cx="262606" cy="493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p9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2208678" y="2078899"/>
            <a:ext cx="195042" cy="194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7" name="Google Shape;247;p9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1905803" y="2183315"/>
            <a:ext cx="145885" cy="853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8" name="Google Shape;248;p9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2518747" y="1900901"/>
            <a:ext cx="272740" cy="3113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9" name="Google Shape;249;p9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2807181" y="1900901"/>
            <a:ext cx="283823" cy="3113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0" name="Google Shape;250;p9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3115573" y="2058646"/>
            <a:ext cx="138195" cy="5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1" name="Google Shape;251;p9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3271874" y="1977851"/>
            <a:ext cx="203489" cy="2345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2" name="Google Shape;252;p9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3499253" y="1977554"/>
            <a:ext cx="149200" cy="230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3" name="Google Shape;253;p9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3643734" y="1977895"/>
            <a:ext cx="213378" cy="234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4" name="Google Shape;254;p9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3872660" y="1905087"/>
            <a:ext cx="210463" cy="303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5" name="Google Shape;255;p9"/>
          <p:cNvPicPr preferRelativeResize="0"/>
          <p:nvPr/>
        </p:nvPicPr>
        <p:blipFill rotWithShape="1">
          <a:blip r:embed="rId70">
            <a:alphaModFix/>
          </a:blip>
          <a:srcRect b="0" l="0" r="0" t="0"/>
          <a:stretch/>
        </p:blipFill>
        <p:spPr>
          <a:xfrm>
            <a:off x="4105918" y="1887748"/>
            <a:ext cx="68262" cy="320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6" name="Google Shape;256;p9"/>
          <p:cNvPicPr preferRelativeResize="0"/>
          <p:nvPr/>
        </p:nvPicPr>
        <p:blipFill rotWithShape="1">
          <a:blip r:embed="rId71">
            <a:alphaModFix/>
          </a:blip>
          <a:srcRect b="0" l="0" r="0" t="0"/>
          <a:stretch/>
        </p:blipFill>
        <p:spPr>
          <a:xfrm>
            <a:off x="4180190" y="1926357"/>
            <a:ext cx="141060" cy="28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7" name="Google Shape;257;p9"/>
          <p:cNvPicPr preferRelativeResize="0"/>
          <p:nvPr/>
        </p:nvPicPr>
        <p:blipFill rotWithShape="1">
          <a:blip r:embed="rId72">
            <a:alphaModFix/>
          </a:blip>
          <a:srcRect b="0" l="0" r="0" t="0"/>
          <a:stretch/>
        </p:blipFill>
        <p:spPr>
          <a:xfrm>
            <a:off x="4323939" y="1977895"/>
            <a:ext cx="217081" cy="234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8" name="Google Shape;258;p9"/>
          <p:cNvPicPr preferRelativeResize="0"/>
          <p:nvPr/>
        </p:nvPicPr>
        <p:blipFill rotWithShape="1">
          <a:blip r:embed="rId73">
            <a:alphaModFix/>
          </a:blip>
          <a:srcRect b="0" l="0" r="0" t="0"/>
          <a:stretch/>
        </p:blipFill>
        <p:spPr>
          <a:xfrm>
            <a:off x="4547968" y="1977895"/>
            <a:ext cx="213378" cy="234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9" name="Google Shape;259;p9"/>
          <p:cNvPicPr preferRelativeResize="0"/>
          <p:nvPr/>
        </p:nvPicPr>
        <p:blipFill rotWithShape="1">
          <a:blip r:embed="rId74">
            <a:alphaModFix/>
          </a:blip>
          <a:srcRect b="0" l="0" r="0" t="0"/>
          <a:stretch/>
        </p:blipFill>
        <p:spPr>
          <a:xfrm>
            <a:off x="4760894" y="1926357"/>
            <a:ext cx="141060" cy="28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0" name="Google Shape;260;p9"/>
          <p:cNvPicPr preferRelativeResize="0"/>
          <p:nvPr/>
        </p:nvPicPr>
        <p:blipFill rotWithShape="1">
          <a:blip r:embed="rId75">
            <a:alphaModFix/>
          </a:blip>
          <a:srcRect b="0" l="0" r="0" t="0"/>
          <a:stretch/>
        </p:blipFill>
        <p:spPr>
          <a:xfrm>
            <a:off x="4913719" y="1980828"/>
            <a:ext cx="208866" cy="230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9"/>
          <p:cNvPicPr preferRelativeResize="0"/>
          <p:nvPr/>
        </p:nvPicPr>
        <p:blipFill rotWithShape="1">
          <a:blip r:embed="rId76">
            <a:alphaModFix/>
          </a:blip>
          <a:srcRect b="0" l="0" r="0" t="0"/>
          <a:stretch/>
        </p:blipFill>
        <p:spPr>
          <a:xfrm>
            <a:off x="5147861" y="1977554"/>
            <a:ext cx="149200" cy="230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p9"/>
          <p:cNvPicPr preferRelativeResize="0"/>
          <p:nvPr/>
        </p:nvPicPr>
        <p:blipFill rotWithShape="1">
          <a:blip r:embed="rId77">
            <a:alphaModFix/>
          </a:blip>
          <a:srcRect b="0" l="0" r="0" t="0"/>
          <a:stretch/>
        </p:blipFill>
        <p:spPr>
          <a:xfrm>
            <a:off x="5292376" y="1977895"/>
            <a:ext cx="217081" cy="234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9"/>
          <p:cNvPicPr preferRelativeResize="0"/>
          <p:nvPr/>
        </p:nvPicPr>
        <p:blipFill rotWithShape="1">
          <a:blip r:embed="rId78">
            <a:alphaModFix/>
          </a:blip>
          <a:srcRect b="0" l="0" r="0" t="0"/>
          <a:stretch/>
        </p:blipFill>
        <p:spPr>
          <a:xfrm>
            <a:off x="5340559" y="1822822"/>
            <a:ext cx="165862" cy="89297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9"/>
          <p:cNvSpPr/>
          <p:nvPr/>
        </p:nvSpPr>
        <p:spPr>
          <a:xfrm>
            <a:off x="1905238" y="7912100"/>
            <a:ext cx="10608456" cy="438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Australia's architecture &amp; design marketplace</a:t>
            </a:r>
            <a:endParaRPr b="0" i="0" sz="82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9973538" y="1765300"/>
            <a:ext cx="2508269" cy="314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9"/>
          <p:cNvPicPr preferRelativeResize="0"/>
          <p:nvPr/>
        </p:nvPicPr>
        <p:blipFill rotWithShape="1">
          <a:blip r:embed="rId79">
            <a:alphaModFix/>
          </a:blip>
          <a:srcRect b="0" l="0" r="0" t="0"/>
          <a:stretch/>
        </p:blipFill>
        <p:spPr>
          <a:xfrm>
            <a:off x="19973538" y="1765300"/>
            <a:ext cx="278486" cy="278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9"/>
          <p:cNvPicPr preferRelativeResize="0"/>
          <p:nvPr/>
        </p:nvPicPr>
        <p:blipFill rotWithShape="1">
          <a:blip r:embed="rId80">
            <a:alphaModFix/>
          </a:blip>
          <a:srcRect b="0" l="0" r="0" t="0"/>
          <a:stretch/>
        </p:blipFill>
        <p:spPr>
          <a:xfrm>
            <a:off x="20530510" y="1765300"/>
            <a:ext cx="278486" cy="278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9"/>
          <p:cNvPicPr preferRelativeResize="0"/>
          <p:nvPr/>
        </p:nvPicPr>
        <p:blipFill rotWithShape="1">
          <a:blip r:embed="rId81">
            <a:alphaModFix/>
          </a:blip>
          <a:srcRect b="0" l="0" r="0" t="0"/>
          <a:stretch/>
        </p:blipFill>
        <p:spPr>
          <a:xfrm>
            <a:off x="21087476" y="1765300"/>
            <a:ext cx="278486" cy="278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9"/>
          <p:cNvPicPr preferRelativeResize="0"/>
          <p:nvPr/>
        </p:nvPicPr>
        <p:blipFill rotWithShape="1">
          <a:blip r:embed="rId82">
            <a:alphaModFix/>
          </a:blip>
          <a:srcRect b="0" l="0" r="0" t="0"/>
          <a:stretch/>
        </p:blipFill>
        <p:spPr>
          <a:xfrm>
            <a:off x="21644448" y="1765300"/>
            <a:ext cx="278486" cy="278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9"/>
          <p:cNvPicPr preferRelativeResize="0"/>
          <p:nvPr/>
        </p:nvPicPr>
        <p:blipFill rotWithShape="1">
          <a:blip r:embed="rId83">
            <a:alphaModFix/>
          </a:blip>
          <a:srcRect b="0" l="0" r="0" t="0"/>
          <a:stretch/>
        </p:blipFill>
        <p:spPr>
          <a:xfrm>
            <a:off x="21712167" y="1833011"/>
            <a:ext cx="143048" cy="143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9"/>
          <p:cNvPicPr preferRelativeResize="0"/>
          <p:nvPr/>
        </p:nvPicPr>
        <p:blipFill rotWithShape="1">
          <a:blip r:embed="rId84">
            <a:alphaModFix/>
          </a:blip>
          <a:srcRect b="0" l="0" r="0" t="0"/>
          <a:stretch/>
        </p:blipFill>
        <p:spPr>
          <a:xfrm>
            <a:off x="21841347" y="1813483"/>
            <a:ext cx="33397" cy="33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9"/>
          <p:cNvPicPr preferRelativeResize="0"/>
          <p:nvPr/>
        </p:nvPicPr>
        <p:blipFill rotWithShape="1">
          <a:blip r:embed="rId85">
            <a:alphaModFix/>
          </a:blip>
          <a:srcRect b="0" l="0" r="0" t="0"/>
          <a:stretch/>
        </p:blipFill>
        <p:spPr>
          <a:xfrm>
            <a:off x="22201420" y="1765300"/>
            <a:ext cx="278486" cy="27845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/>
          <p:nvPr/>
        </p:nvSpPr>
        <p:spPr>
          <a:xfrm>
            <a:off x="18595124" y="2351323"/>
            <a:ext cx="3982302" cy="535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www.co-architecture.com</a:t>
            </a:r>
            <a:endParaRPr b="0" i="0" sz="24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